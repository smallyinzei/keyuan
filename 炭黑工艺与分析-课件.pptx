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9"/>
  </p:notesMasterIdLst>
  <p:sldIdLst>
    <p:sldId id="256" r:id="rId4"/>
    <p:sldId id="257" r:id="rId5"/>
    <p:sldId id="263" r:id="rId6"/>
    <p:sldId id="264" r:id="rId7"/>
    <p:sldId id="266" r:id="rId8"/>
    <p:sldId id="267" r:id="rId10"/>
    <p:sldId id="269" r:id="rId11"/>
    <p:sldId id="268" r:id="rId12"/>
    <p:sldId id="272" r:id="rId13"/>
    <p:sldId id="274" r:id="rId14"/>
    <p:sldId id="276" r:id="rId15"/>
    <p:sldId id="270" r:id="rId16"/>
    <p:sldId id="277" r:id="rId17"/>
    <p:sldId id="278" r:id="rId18"/>
    <p:sldId id="279" r:id="rId19"/>
    <p:sldId id="280" r:id="rId20"/>
    <p:sldId id="281" r:id="rId21"/>
    <p:sldId id="282" r:id="rId22"/>
    <p:sldId id="285" r:id="rId23"/>
    <p:sldId id="286" r:id="rId24"/>
    <p:sldId id="287" r:id="rId25"/>
    <p:sldId id="284" r:id="rId26"/>
    <p:sldId id="288"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5" Type="http://schemas.openxmlformats.org/officeDocument/2006/relationships/tags" Target="../tags/tag44.xml"/><Relationship Id="rId44" Type="http://schemas.openxmlformats.org/officeDocument/2006/relationships/tags" Target="../tags/tag43.xml"/><Relationship Id="rId43" Type="http://schemas.openxmlformats.org/officeDocument/2006/relationships/tags" Target="../tags/tag42.xml"/><Relationship Id="rId42" Type="http://schemas.openxmlformats.org/officeDocument/2006/relationships/tags" Target="../tags/tag41.xml"/><Relationship Id="rId41" Type="http://schemas.openxmlformats.org/officeDocument/2006/relationships/tags" Target="../tags/tag40.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8" Type="http://schemas.openxmlformats.org/officeDocument/2006/relationships/tags" Target="../tags/tag86.xml"/><Relationship Id="rId37" Type="http://schemas.openxmlformats.org/officeDocument/2006/relationships/tags" Target="../tags/tag85.xml"/><Relationship Id="rId36" Type="http://schemas.openxmlformats.org/officeDocument/2006/relationships/tags" Target="../tags/tag84.xml"/><Relationship Id="rId35" Type="http://schemas.openxmlformats.org/officeDocument/2006/relationships/tags" Target="../tags/tag83.xml"/><Relationship Id="rId34" Type="http://schemas.openxmlformats.org/officeDocument/2006/relationships/tags" Target="../tags/tag82.xml"/><Relationship Id="rId33" Type="http://schemas.openxmlformats.org/officeDocument/2006/relationships/tags" Target="../tags/tag81.xml"/><Relationship Id="rId32" Type="http://schemas.openxmlformats.org/officeDocument/2006/relationships/tags" Target="../tags/tag80.xml"/><Relationship Id="rId31" Type="http://schemas.openxmlformats.org/officeDocument/2006/relationships/tags" Target="../tags/tag79.xml"/><Relationship Id="rId30" Type="http://schemas.openxmlformats.org/officeDocument/2006/relationships/tags" Target="../tags/tag78.xml"/><Relationship Id="rId3" Type="http://schemas.openxmlformats.org/officeDocument/2006/relationships/tags" Target="../tags/tag51.xml"/><Relationship Id="rId29" Type="http://schemas.openxmlformats.org/officeDocument/2006/relationships/tags" Target="../tags/tag77.xml"/><Relationship Id="rId28" Type="http://schemas.openxmlformats.org/officeDocument/2006/relationships/tags" Target="../tags/tag76.xml"/><Relationship Id="rId27" Type="http://schemas.openxmlformats.org/officeDocument/2006/relationships/tags" Target="../tags/tag75.xml"/><Relationship Id="rId26" Type="http://schemas.openxmlformats.org/officeDocument/2006/relationships/tags" Target="../tags/tag74.xml"/><Relationship Id="rId25" Type="http://schemas.openxmlformats.org/officeDocument/2006/relationships/tags" Target="../tags/tag73.xml"/><Relationship Id="rId24" Type="http://schemas.openxmlformats.org/officeDocument/2006/relationships/tags" Target="../tags/tag72.xml"/><Relationship Id="rId23" Type="http://schemas.openxmlformats.org/officeDocument/2006/relationships/tags" Target="../tags/tag71.xml"/><Relationship Id="rId22" Type="http://schemas.openxmlformats.org/officeDocument/2006/relationships/tags" Target="../tags/tag70.xml"/><Relationship Id="rId21" Type="http://schemas.openxmlformats.org/officeDocument/2006/relationships/tags" Target="../tags/tag69.xml"/><Relationship Id="rId20" Type="http://schemas.openxmlformats.org/officeDocument/2006/relationships/tags" Target="../tags/tag68.xml"/><Relationship Id="rId2" Type="http://schemas.openxmlformats.org/officeDocument/2006/relationships/tags" Target="../tags/tag50.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4" Type="http://schemas.openxmlformats.org/officeDocument/2006/relationships/tags" Target="../tags/tag129.xml"/><Relationship Id="rId43" Type="http://schemas.openxmlformats.org/officeDocument/2006/relationships/tags" Target="../tags/tag128.xml"/><Relationship Id="rId42" Type="http://schemas.openxmlformats.org/officeDocument/2006/relationships/tags" Target="../tags/tag127.xml"/><Relationship Id="rId41" Type="http://schemas.openxmlformats.org/officeDocument/2006/relationships/tags" Target="../tags/tag126.xml"/><Relationship Id="rId40" Type="http://schemas.openxmlformats.org/officeDocument/2006/relationships/tags" Target="../tags/tag125.xml"/><Relationship Id="rId4" Type="http://schemas.openxmlformats.org/officeDocument/2006/relationships/tags" Target="../tags/tag89.xml"/><Relationship Id="rId39" Type="http://schemas.openxmlformats.org/officeDocument/2006/relationships/tags" Target="../tags/tag124.xml"/><Relationship Id="rId38" Type="http://schemas.openxmlformats.org/officeDocument/2006/relationships/tags" Target="../tags/tag123.xml"/><Relationship Id="rId37" Type="http://schemas.openxmlformats.org/officeDocument/2006/relationships/tags" Target="../tags/tag122.xml"/><Relationship Id="rId36" Type="http://schemas.openxmlformats.org/officeDocument/2006/relationships/tags" Target="../tags/tag121.xml"/><Relationship Id="rId35" Type="http://schemas.openxmlformats.org/officeDocument/2006/relationships/tags" Target="../tags/tag120.xml"/><Relationship Id="rId34" Type="http://schemas.openxmlformats.org/officeDocument/2006/relationships/tags" Target="../tags/tag119.xml"/><Relationship Id="rId33" Type="http://schemas.openxmlformats.org/officeDocument/2006/relationships/tags" Target="../tags/tag118.xml"/><Relationship Id="rId32" Type="http://schemas.openxmlformats.org/officeDocument/2006/relationships/tags" Target="../tags/tag117.xml"/><Relationship Id="rId31" Type="http://schemas.openxmlformats.org/officeDocument/2006/relationships/tags" Target="../tags/tag116.xml"/><Relationship Id="rId30" Type="http://schemas.openxmlformats.org/officeDocument/2006/relationships/tags" Target="../tags/tag115.xml"/><Relationship Id="rId3" Type="http://schemas.openxmlformats.org/officeDocument/2006/relationships/tags" Target="../tags/tag88.xml"/><Relationship Id="rId29" Type="http://schemas.openxmlformats.org/officeDocument/2006/relationships/tags" Target="../tags/tag114.xml"/><Relationship Id="rId28" Type="http://schemas.openxmlformats.org/officeDocument/2006/relationships/tags" Target="../tags/tag113.xml"/><Relationship Id="rId27" Type="http://schemas.openxmlformats.org/officeDocument/2006/relationships/tags" Target="../tags/tag112.xml"/><Relationship Id="rId26" Type="http://schemas.openxmlformats.org/officeDocument/2006/relationships/tags" Target="../tags/tag111.xml"/><Relationship Id="rId25" Type="http://schemas.openxmlformats.org/officeDocument/2006/relationships/tags" Target="../tags/tag110.xml"/><Relationship Id="rId24" Type="http://schemas.openxmlformats.org/officeDocument/2006/relationships/tags" Target="../tags/tag109.xml"/><Relationship Id="rId23" Type="http://schemas.openxmlformats.org/officeDocument/2006/relationships/tags" Target="../tags/tag108.xml"/><Relationship Id="rId22" Type="http://schemas.openxmlformats.org/officeDocument/2006/relationships/tags" Target="../tags/tag107.xml"/><Relationship Id="rId21" Type="http://schemas.openxmlformats.org/officeDocument/2006/relationships/tags" Target="../tags/tag106.xml"/><Relationship Id="rId20" Type="http://schemas.openxmlformats.org/officeDocument/2006/relationships/tags" Target="../tags/tag105.xml"/><Relationship Id="rId2" Type="http://schemas.openxmlformats.org/officeDocument/2006/relationships/tags" Target="../tags/tag87.xml"/><Relationship Id="rId19" Type="http://schemas.openxmlformats.org/officeDocument/2006/relationships/tags" Target="../tags/tag104.xml"/><Relationship Id="rId18" Type="http://schemas.openxmlformats.org/officeDocument/2006/relationships/tags" Target="../tags/tag103.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43.xml"/><Relationship Id="rId8" Type="http://schemas.openxmlformats.org/officeDocument/2006/relationships/tags" Target="../tags/tag142.xml"/><Relationship Id="rId7" Type="http://schemas.openxmlformats.org/officeDocument/2006/relationships/tags" Target="../tags/tag141.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6" Type="http://schemas.openxmlformats.org/officeDocument/2006/relationships/tags" Target="../tags/tag204.xml"/><Relationship Id="rId45" Type="http://schemas.openxmlformats.org/officeDocument/2006/relationships/tags" Target="../tags/tag203.xml"/><Relationship Id="rId44" Type="http://schemas.openxmlformats.org/officeDocument/2006/relationships/tags" Target="../tags/tag202.xml"/><Relationship Id="rId43" Type="http://schemas.openxmlformats.org/officeDocument/2006/relationships/tags" Target="../tags/tag201.xml"/><Relationship Id="rId42" Type="http://schemas.openxmlformats.org/officeDocument/2006/relationships/tags" Target="../tags/tag200.xml"/><Relationship Id="rId41" Type="http://schemas.openxmlformats.org/officeDocument/2006/relationships/tags" Target="../tags/tag199.xml"/><Relationship Id="rId40" Type="http://schemas.openxmlformats.org/officeDocument/2006/relationships/tags" Target="../tags/tag198.xml"/><Relationship Id="rId4" Type="http://schemas.openxmlformats.org/officeDocument/2006/relationships/tags" Target="../tags/tag162.xml"/><Relationship Id="rId39" Type="http://schemas.openxmlformats.org/officeDocument/2006/relationships/tags" Target="../tags/tag197.xml"/><Relationship Id="rId38" Type="http://schemas.openxmlformats.org/officeDocument/2006/relationships/tags" Target="../tags/tag196.xml"/><Relationship Id="rId37" Type="http://schemas.openxmlformats.org/officeDocument/2006/relationships/tags" Target="../tags/tag195.xml"/><Relationship Id="rId36" Type="http://schemas.openxmlformats.org/officeDocument/2006/relationships/tags" Target="../tags/tag194.xml"/><Relationship Id="rId35" Type="http://schemas.openxmlformats.org/officeDocument/2006/relationships/tags" Target="../tags/tag193.xml"/><Relationship Id="rId34" Type="http://schemas.openxmlformats.org/officeDocument/2006/relationships/tags" Target="../tags/tag192.xml"/><Relationship Id="rId33" Type="http://schemas.openxmlformats.org/officeDocument/2006/relationships/tags" Target="../tags/tag191.xml"/><Relationship Id="rId32" Type="http://schemas.openxmlformats.org/officeDocument/2006/relationships/tags" Target="../tags/tag190.xml"/><Relationship Id="rId31" Type="http://schemas.openxmlformats.org/officeDocument/2006/relationships/tags" Target="../tags/tag189.xml"/><Relationship Id="rId30" Type="http://schemas.openxmlformats.org/officeDocument/2006/relationships/tags" Target="../tags/tag188.xml"/><Relationship Id="rId3" Type="http://schemas.openxmlformats.org/officeDocument/2006/relationships/tags" Target="../tags/tag161.xml"/><Relationship Id="rId29" Type="http://schemas.openxmlformats.org/officeDocument/2006/relationships/tags" Target="../tags/tag187.xml"/><Relationship Id="rId28" Type="http://schemas.openxmlformats.org/officeDocument/2006/relationships/tags" Target="../tags/tag186.xml"/><Relationship Id="rId27" Type="http://schemas.openxmlformats.org/officeDocument/2006/relationships/tags" Target="../tags/tag185.xml"/><Relationship Id="rId26" Type="http://schemas.openxmlformats.org/officeDocument/2006/relationships/tags" Target="../tags/tag184.xml"/><Relationship Id="rId25" Type="http://schemas.openxmlformats.org/officeDocument/2006/relationships/tags" Target="../tags/tag183.xml"/><Relationship Id="rId24" Type="http://schemas.openxmlformats.org/officeDocument/2006/relationships/tags" Target="../tags/tag182.xml"/><Relationship Id="rId23" Type="http://schemas.openxmlformats.org/officeDocument/2006/relationships/tags" Target="../tags/tag181.xml"/><Relationship Id="rId22" Type="http://schemas.openxmlformats.org/officeDocument/2006/relationships/tags" Target="../tags/tag180.xml"/><Relationship Id="rId21" Type="http://schemas.openxmlformats.org/officeDocument/2006/relationships/tags" Target="../tags/tag179.xml"/><Relationship Id="rId20" Type="http://schemas.openxmlformats.org/officeDocument/2006/relationships/tags" Target="../tags/tag178.xml"/><Relationship Id="rId2" Type="http://schemas.openxmlformats.org/officeDocument/2006/relationships/tags" Target="../tags/tag160.xml"/><Relationship Id="rId19" Type="http://schemas.openxmlformats.org/officeDocument/2006/relationships/tags" Target="../tags/tag177.xml"/><Relationship Id="rId18" Type="http://schemas.openxmlformats.org/officeDocument/2006/relationships/tags" Target="../tags/tag176.xml"/><Relationship Id="rId17" Type="http://schemas.openxmlformats.org/officeDocument/2006/relationships/tags" Target="../tags/tag175.xml"/><Relationship Id="rId16" Type="http://schemas.openxmlformats.org/officeDocument/2006/relationships/tags" Target="../tags/tag174.xml"/><Relationship Id="rId15" Type="http://schemas.openxmlformats.org/officeDocument/2006/relationships/tags" Target="../tags/tag173.xml"/><Relationship Id="rId14" Type="http://schemas.openxmlformats.org/officeDocument/2006/relationships/tags" Target="../tags/tag172.xml"/><Relationship Id="rId13" Type="http://schemas.openxmlformats.org/officeDocument/2006/relationships/tags" Target="../tags/tag171.xml"/><Relationship Id="rId12" Type="http://schemas.openxmlformats.org/officeDocument/2006/relationships/tags" Target="../tags/tag170.xml"/><Relationship Id="rId11" Type="http://schemas.openxmlformats.org/officeDocument/2006/relationships/tags" Target="../tags/tag169.xml"/><Relationship Id="rId10" Type="http://schemas.openxmlformats.org/officeDocument/2006/relationships/tags" Target="../tags/tag168.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600" y="0"/>
            <a:ext cx="12193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标题 1"/>
          <p:cNvSpPr>
            <a:spLocks noGrp="1"/>
          </p:cNvSpPr>
          <p:nvPr>
            <p:ph type="ctrTitle" hasCustomPrompt="1"/>
            <p:custDataLst>
              <p:tags r:id="rId3"/>
            </p:custDataLst>
          </p:nvPr>
        </p:nvSpPr>
        <p:spPr>
          <a:xfrm>
            <a:off x="866775" y="1656000"/>
            <a:ext cx="5051405" cy="1800000"/>
          </a:xfrm>
        </p:spPr>
        <p:txBody>
          <a:bodyPr wrap="square" anchor="b">
            <a:normAutofit/>
          </a:bodyPr>
          <a:lstStyle>
            <a:lvl1pPr algn="l">
              <a:lnSpc>
                <a:spcPct val="100000"/>
              </a:lnSpc>
              <a:defRPr sz="5800">
                <a:solidFill>
                  <a:schemeClr val="tx1"/>
                </a:solidFill>
              </a:defRPr>
            </a:lvl1pPr>
          </a:lstStyle>
          <a:p>
            <a:r>
              <a:rPr lang="zh-CN" altLang="en-US" dirty="0"/>
              <a:t>单击此处编辑母版标题</a:t>
            </a:r>
            <a:endParaRPr lang="zh-CN" altLang="en-US" dirty="0"/>
          </a:p>
        </p:txBody>
      </p:sp>
      <p:sp>
        <p:nvSpPr>
          <p:cNvPr id="3" name="副标题 2"/>
          <p:cNvSpPr>
            <a:spLocks noGrp="1"/>
          </p:cNvSpPr>
          <p:nvPr>
            <p:ph type="subTitle" idx="1" hasCustomPrompt="1"/>
            <p:custDataLst>
              <p:tags r:id="rId4"/>
            </p:custDataLst>
          </p:nvPr>
        </p:nvSpPr>
        <p:spPr>
          <a:xfrm>
            <a:off x="866775" y="3742005"/>
            <a:ext cx="5051405" cy="746262"/>
          </a:xfrm>
        </p:spPr>
        <p:txBody>
          <a:bodyPr wrap="square">
            <a:normAutofit/>
          </a:bodyPr>
          <a:lstStyle>
            <a:lvl1pPr marL="0" indent="0" algn="l">
              <a:lnSpc>
                <a:spcPct val="100000"/>
              </a:lnSpc>
              <a:buNone/>
              <a:defRPr sz="2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8"/>
            </p:custDataLst>
          </p:nvPr>
        </p:nvSpPr>
        <p:spPr>
          <a:xfrm>
            <a:off x="866707" y="5162686"/>
            <a:ext cx="2880000" cy="504000"/>
          </a:xfrm>
        </p:spPr>
        <p:txBody>
          <a:bodyPr wrap="square" anchor="ctr">
            <a:normAutofit/>
          </a:bodyPr>
          <a:lstStyle>
            <a:lvl1pPr marL="0" indent="0" algn="l">
              <a:lnSpc>
                <a:spcPct val="100000"/>
              </a:lnSpc>
              <a:buNone/>
              <a:defRPr sz="2000" b="1">
                <a:solidFill>
                  <a:schemeClr val="tx1">
                    <a:lumMod val="75000"/>
                    <a:lumOff val="25000"/>
                  </a:schemeClr>
                </a:solidFill>
              </a:defRPr>
            </a:lvl1pPr>
          </a:lstStyle>
          <a:p>
            <a:pPr lvl="0"/>
            <a:r>
              <a:rPr lang="zh-CN" altLang="en-US" dirty="0"/>
              <a:t>署名</a:t>
            </a:r>
            <a:endParaRPr lang="zh-CN" altLang="en-US" dirty="0"/>
          </a:p>
        </p:txBody>
      </p:sp>
      <p:sp>
        <p:nvSpPr>
          <p:cNvPr id="16" name="任意多边形: 形状 15"/>
          <p:cNvSpPr>
            <a:spLocks noChangeAspect="1"/>
          </p:cNvSpPr>
          <p:nvPr userDrawn="1">
            <p:custDataLst>
              <p:tags r:id="rId9"/>
            </p:custDataLst>
          </p:nvPr>
        </p:nvSpPr>
        <p:spPr>
          <a:xfrm>
            <a:off x="9705975" y="3622675"/>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userDrawn="1">
            <p:custDataLst>
              <p:tags r:id="rId10"/>
            </p:custDataLst>
          </p:nvPr>
        </p:nvSpPr>
        <p:spPr>
          <a:xfrm>
            <a:off x="10867390" y="478409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a:spLocks noChangeAspect="1"/>
          </p:cNvSpPr>
          <p:nvPr userDrawn="1">
            <p:custDataLst>
              <p:tags r:id="rId11"/>
            </p:custDataLst>
          </p:nvPr>
        </p:nvSpPr>
        <p:spPr>
          <a:xfrm>
            <a:off x="7289800" y="1363345"/>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1" name="任意多边形: 形状 20"/>
          <p:cNvSpPr>
            <a:spLocks noChangeAspect="1"/>
          </p:cNvSpPr>
          <p:nvPr userDrawn="1">
            <p:custDataLst>
              <p:tags r:id="rId12"/>
            </p:custDataLst>
          </p:nvPr>
        </p:nvSpPr>
        <p:spPr>
          <a:xfrm>
            <a:off x="7419975" y="138049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2" name="任意多边形: 形状 21"/>
          <p:cNvSpPr>
            <a:spLocks noChangeAspect="1"/>
          </p:cNvSpPr>
          <p:nvPr userDrawn="1">
            <p:custDataLst>
              <p:tags r:id="rId13"/>
            </p:custDataLst>
          </p:nvPr>
        </p:nvSpPr>
        <p:spPr>
          <a:xfrm>
            <a:off x="7543165" y="1490345"/>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3" name="任意多边形: 形状 22"/>
          <p:cNvSpPr>
            <a:spLocks noChangeAspect="1"/>
          </p:cNvSpPr>
          <p:nvPr userDrawn="1">
            <p:custDataLst>
              <p:tags r:id="rId14"/>
            </p:custDataLst>
          </p:nvPr>
        </p:nvSpPr>
        <p:spPr>
          <a:xfrm>
            <a:off x="7954645" y="187388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5" name="任意多边形: 形状 24"/>
          <p:cNvSpPr>
            <a:spLocks noChangeAspect="1"/>
          </p:cNvSpPr>
          <p:nvPr userDrawn="1">
            <p:custDataLst>
              <p:tags r:id="rId15"/>
            </p:custDataLst>
          </p:nvPr>
        </p:nvSpPr>
        <p:spPr>
          <a:xfrm>
            <a:off x="8087995" y="2004695"/>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6" name="任意多边形: 形状 25"/>
          <p:cNvSpPr/>
          <p:nvPr userDrawn="1">
            <p:custDataLst>
              <p:tags r:id="rId16"/>
            </p:custDataLst>
          </p:nvPr>
        </p:nvSpPr>
        <p:spPr>
          <a:xfrm>
            <a:off x="7157085" y="1172845"/>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userDrawn="1">
            <p:custDataLst>
              <p:tags r:id="rId17"/>
            </p:custDataLst>
          </p:nvPr>
        </p:nvSpPr>
        <p:spPr>
          <a:xfrm>
            <a:off x="7157085" y="120396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userDrawn="1">
            <p:custDataLst>
              <p:tags r:id="rId18"/>
            </p:custDataLst>
          </p:nvPr>
        </p:nvSpPr>
        <p:spPr>
          <a:xfrm>
            <a:off x="7216140" y="1208405"/>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userDrawn="1">
            <p:custDataLst>
              <p:tags r:id="rId19"/>
            </p:custDataLst>
          </p:nvPr>
        </p:nvSpPr>
        <p:spPr>
          <a:xfrm>
            <a:off x="7309485" y="128460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userDrawn="1">
            <p:custDataLst>
              <p:tags r:id="rId20"/>
            </p:custDataLst>
          </p:nvPr>
        </p:nvSpPr>
        <p:spPr>
          <a:xfrm>
            <a:off x="7668895" y="16059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userDrawn="1">
            <p:custDataLst>
              <p:tags r:id="rId21"/>
            </p:custDataLst>
          </p:nvPr>
        </p:nvSpPr>
        <p:spPr>
          <a:xfrm>
            <a:off x="7802880" y="1729740"/>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userDrawn="1">
            <p:custDataLst>
              <p:tags r:id="rId22"/>
            </p:custDataLst>
          </p:nvPr>
        </p:nvSpPr>
        <p:spPr>
          <a:xfrm>
            <a:off x="8226425" y="2143125"/>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userDrawn="1">
            <p:custDataLst>
              <p:tags r:id="rId23"/>
            </p:custDataLst>
          </p:nvPr>
        </p:nvSpPr>
        <p:spPr>
          <a:xfrm>
            <a:off x="8365490" y="228219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userDrawn="1">
            <p:custDataLst>
              <p:tags r:id="rId24"/>
            </p:custDataLst>
          </p:nvPr>
        </p:nvSpPr>
        <p:spPr>
          <a:xfrm>
            <a:off x="8503920" y="2420620"/>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userDrawn="1">
            <p:custDataLst>
              <p:tags r:id="rId25"/>
            </p:custDataLst>
          </p:nvPr>
        </p:nvSpPr>
        <p:spPr>
          <a:xfrm>
            <a:off x="8629650" y="2546350"/>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userDrawn="1">
            <p:custDataLst>
              <p:tags r:id="rId26"/>
            </p:custDataLst>
          </p:nvPr>
        </p:nvSpPr>
        <p:spPr>
          <a:xfrm>
            <a:off x="8773795" y="2690495"/>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userDrawn="1">
            <p:custDataLst>
              <p:tags r:id="rId27"/>
            </p:custDataLst>
          </p:nvPr>
        </p:nvSpPr>
        <p:spPr>
          <a:xfrm>
            <a:off x="8903335" y="2820035"/>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userDrawn="1">
            <p:custDataLst>
              <p:tags r:id="rId28"/>
            </p:custDataLst>
          </p:nvPr>
        </p:nvSpPr>
        <p:spPr>
          <a:xfrm>
            <a:off x="9023985" y="2940685"/>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userDrawn="1">
            <p:custDataLst>
              <p:tags r:id="rId29"/>
            </p:custDataLst>
          </p:nvPr>
        </p:nvSpPr>
        <p:spPr>
          <a:xfrm>
            <a:off x="9150985" y="3067685"/>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userDrawn="1">
            <p:custDataLst>
              <p:tags r:id="rId30"/>
            </p:custDataLst>
          </p:nvPr>
        </p:nvSpPr>
        <p:spPr>
          <a:xfrm>
            <a:off x="9265285" y="318198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userDrawn="1">
            <p:custDataLst>
              <p:tags r:id="rId31"/>
            </p:custDataLst>
          </p:nvPr>
        </p:nvSpPr>
        <p:spPr>
          <a:xfrm>
            <a:off x="9371330" y="3288030"/>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userDrawn="1">
            <p:custDataLst>
              <p:tags r:id="rId32"/>
            </p:custDataLst>
          </p:nvPr>
        </p:nvSpPr>
        <p:spPr>
          <a:xfrm>
            <a:off x="9479280" y="339598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userDrawn="1">
            <p:custDataLst>
              <p:tags r:id="rId33"/>
            </p:custDataLst>
          </p:nvPr>
        </p:nvSpPr>
        <p:spPr>
          <a:xfrm>
            <a:off x="9596120" y="3512820"/>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userDrawn="1">
            <p:custDataLst>
              <p:tags r:id="rId34"/>
            </p:custDataLst>
          </p:nvPr>
        </p:nvSpPr>
        <p:spPr>
          <a:xfrm>
            <a:off x="9813925" y="373062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userDrawn="1">
            <p:custDataLst>
              <p:tags r:id="rId35"/>
            </p:custDataLst>
          </p:nvPr>
        </p:nvSpPr>
        <p:spPr>
          <a:xfrm>
            <a:off x="9918700" y="383540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userDrawn="1">
            <p:custDataLst>
              <p:tags r:id="rId36"/>
            </p:custDataLst>
          </p:nvPr>
        </p:nvSpPr>
        <p:spPr>
          <a:xfrm>
            <a:off x="10654030" y="4570730"/>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任意多边形: 形状 46"/>
          <p:cNvSpPr/>
          <p:nvPr userDrawn="1">
            <p:custDataLst>
              <p:tags r:id="rId37"/>
            </p:custDataLst>
          </p:nvPr>
        </p:nvSpPr>
        <p:spPr>
          <a:xfrm>
            <a:off x="10771505" y="4688205"/>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userDrawn="1">
            <p:custDataLst>
              <p:tags r:id="rId38"/>
            </p:custDataLst>
          </p:nvPr>
        </p:nvSpPr>
        <p:spPr>
          <a:xfrm>
            <a:off x="10429875" y="4346575"/>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userDrawn="1">
            <p:custDataLst>
              <p:tags r:id="rId39"/>
            </p:custDataLst>
          </p:nvPr>
        </p:nvSpPr>
        <p:spPr>
          <a:xfrm>
            <a:off x="10538460" y="445516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0" name="任意多边形: 形状 49"/>
          <p:cNvSpPr/>
          <p:nvPr userDrawn="1">
            <p:custDataLst>
              <p:tags r:id="rId40"/>
            </p:custDataLst>
          </p:nvPr>
        </p:nvSpPr>
        <p:spPr>
          <a:xfrm>
            <a:off x="10227945" y="4144645"/>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userDrawn="1">
            <p:custDataLst>
              <p:tags r:id="rId41"/>
            </p:custDataLst>
          </p:nvPr>
        </p:nvSpPr>
        <p:spPr>
          <a:xfrm>
            <a:off x="10330815" y="424751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userDrawn="1">
            <p:custDataLst>
              <p:tags r:id="rId42"/>
            </p:custDataLst>
          </p:nvPr>
        </p:nvSpPr>
        <p:spPr>
          <a:xfrm>
            <a:off x="10024745" y="394144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3" name="任意多边形: 形状 52"/>
          <p:cNvSpPr/>
          <p:nvPr userDrawn="1">
            <p:custDataLst>
              <p:tags r:id="rId43"/>
            </p:custDataLst>
          </p:nvPr>
        </p:nvSpPr>
        <p:spPr>
          <a:xfrm>
            <a:off x="10126345" y="4043045"/>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5" name="任意多边形: 形状 14"/>
          <p:cNvSpPr>
            <a:spLocks noChangeAspect="1"/>
          </p:cNvSpPr>
          <p:nvPr userDrawn="1">
            <p:custDataLst>
              <p:tags r:id="rId44"/>
            </p:custDataLst>
          </p:nvPr>
        </p:nvSpPr>
        <p:spPr>
          <a:xfrm>
            <a:off x="10979150" y="4899660"/>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a:spLocks noChangeAspect="1"/>
          </p:cNvSpPr>
          <p:nvPr userDrawn="1">
            <p:custDataLst>
              <p:tags r:id="rId45"/>
            </p:custDataLst>
          </p:nvPr>
        </p:nvSpPr>
        <p:spPr>
          <a:xfrm>
            <a:off x="10702640" y="1891430"/>
            <a:ext cx="1489360" cy="3075142"/>
          </a:xfrm>
          <a:custGeom>
            <a:avLst/>
            <a:gdLst>
              <a:gd name="connsiteX0" fmla="*/ 1489360 w 1489360"/>
              <a:gd name="connsiteY0" fmla="*/ 0 h 3075142"/>
              <a:gd name="connsiteX1" fmla="*/ 1489360 w 1489360"/>
              <a:gd name="connsiteY1" fmla="*/ 3075142 h 3075142"/>
              <a:gd name="connsiteX2" fmla="*/ 1382665 w 1489360"/>
              <a:gd name="connsiteY2" fmla="*/ 3069755 h 3075142"/>
              <a:gd name="connsiteX3" fmla="*/ 0 w 1489360"/>
              <a:gd name="connsiteY3" fmla="*/ 1537571 h 3075142"/>
              <a:gd name="connsiteX4" fmla="*/ 1382665 w 1489360"/>
              <a:gd name="connsiteY4" fmla="*/ 5388 h 307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360" h="3075142">
                <a:moveTo>
                  <a:pt x="1489360" y="0"/>
                </a:moveTo>
                <a:lnTo>
                  <a:pt x="1489360" y="3075142"/>
                </a:lnTo>
                <a:lnTo>
                  <a:pt x="1382665" y="3069755"/>
                </a:lnTo>
                <a:cubicBezTo>
                  <a:pt x="606043" y="2990884"/>
                  <a:pt x="0" y="2335002"/>
                  <a:pt x="0" y="1537571"/>
                </a:cubicBezTo>
                <a:cubicBezTo>
                  <a:pt x="0" y="740140"/>
                  <a:pt x="606043" y="84258"/>
                  <a:pt x="1382665" y="5388"/>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600" y="0"/>
            <a:ext cx="12193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85" name="任意多边形: 形状 84"/>
          <p:cNvSpPr>
            <a:spLocks noChangeAspect="1"/>
          </p:cNvSpPr>
          <p:nvPr userDrawn="1">
            <p:custDataLst>
              <p:tags r:id="rId3"/>
            </p:custDataLst>
          </p:nvPr>
        </p:nvSpPr>
        <p:spPr>
          <a:xfrm rot="11094256">
            <a:off x="81280" y="-57785"/>
            <a:ext cx="1209040" cy="1955165"/>
          </a:xfrm>
          <a:custGeom>
            <a:avLst/>
            <a:gdLst>
              <a:gd name="connsiteX0" fmla="*/ 2 w 1904"/>
              <a:gd name="connsiteY0" fmla="*/ 3079 h 3079"/>
              <a:gd name="connsiteX1" fmla="*/ 0 w 1904"/>
              <a:gd name="connsiteY1" fmla="*/ 3037 h 3079"/>
              <a:gd name="connsiteX2" fmla="*/ 1768 w 1904"/>
              <a:gd name="connsiteY2" fmla="*/ 65 h 3079"/>
              <a:gd name="connsiteX3" fmla="*/ 1904 w 1904"/>
              <a:gd name="connsiteY3" fmla="*/ 0 h 3079"/>
            </a:gdLst>
            <a:ahLst/>
            <a:cxnLst>
              <a:cxn ang="0">
                <a:pos x="connsiteX0" y="connsiteY0"/>
              </a:cxn>
              <a:cxn ang="0">
                <a:pos x="connsiteX1" y="connsiteY1"/>
              </a:cxn>
              <a:cxn ang="0">
                <a:pos x="connsiteX2" y="connsiteY2"/>
              </a:cxn>
              <a:cxn ang="0">
                <a:pos x="connsiteX3" y="connsiteY3"/>
              </a:cxn>
            </a:cxnLst>
            <a:rect l="l" t="t" r="r" b="b"/>
            <a:pathLst>
              <a:path w="1904" h="3079">
                <a:moveTo>
                  <a:pt x="2" y="3079"/>
                </a:moveTo>
                <a:lnTo>
                  <a:pt x="0" y="3037"/>
                </a:lnTo>
                <a:cubicBezTo>
                  <a:pt x="0" y="1754"/>
                  <a:pt x="715" y="638"/>
                  <a:pt x="1768" y="65"/>
                </a:cubicBezTo>
                <a:lnTo>
                  <a:pt x="1904"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 name="任意多边形: 形状 11"/>
          <p:cNvSpPr>
            <a:spLocks noChangeAspect="1"/>
          </p:cNvSpPr>
          <p:nvPr userDrawn="1">
            <p:custDataLst>
              <p:tags r:id="rId4"/>
            </p:custDataLst>
          </p:nvPr>
        </p:nvSpPr>
        <p:spPr>
          <a:xfrm rot="11094256">
            <a:off x="2748280" y="3815080"/>
            <a:ext cx="1773555" cy="1884680"/>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0" name="任意多边形: 形状 129"/>
          <p:cNvSpPr>
            <a:spLocks noChangeAspect="1"/>
          </p:cNvSpPr>
          <p:nvPr userDrawn="1">
            <p:custDataLst>
              <p:tags r:id="rId5"/>
            </p:custDataLst>
          </p:nvPr>
        </p:nvSpPr>
        <p:spPr>
          <a:xfrm rot="11094256">
            <a:off x="186055" y="947420"/>
            <a:ext cx="4266565" cy="4594225"/>
          </a:xfrm>
          <a:custGeom>
            <a:avLst/>
            <a:gdLst>
              <a:gd name="connsiteX0" fmla="*/ 0 w 6719"/>
              <a:gd name="connsiteY0" fmla="*/ 7235 h 7235"/>
              <a:gd name="connsiteX1" fmla="*/ 3 w 6719"/>
              <a:gd name="connsiteY1" fmla="*/ 7208 h 7235"/>
              <a:gd name="connsiteX2" fmla="*/ 6476 w 6719"/>
              <a:gd name="connsiteY2" fmla="*/ 53 h 7235"/>
              <a:gd name="connsiteX3" fmla="*/ 6719 w 6719"/>
              <a:gd name="connsiteY3" fmla="*/ 0 h 7235"/>
            </a:gdLst>
            <a:ahLst/>
            <a:cxnLst>
              <a:cxn ang="0">
                <a:pos x="connsiteX0" y="connsiteY0"/>
              </a:cxn>
              <a:cxn ang="0">
                <a:pos x="connsiteX1" y="connsiteY1"/>
              </a:cxn>
              <a:cxn ang="0">
                <a:pos x="connsiteX2" y="connsiteY2"/>
              </a:cxn>
              <a:cxn ang="0">
                <a:pos x="connsiteX3" y="connsiteY3"/>
              </a:cxn>
            </a:cxnLst>
            <a:rect l="l" t="t" r="r" b="b"/>
            <a:pathLst>
              <a:path w="6719" h="7235">
                <a:moveTo>
                  <a:pt x="0" y="7235"/>
                </a:moveTo>
                <a:lnTo>
                  <a:pt x="3" y="7208"/>
                </a:lnTo>
                <a:cubicBezTo>
                  <a:pt x="535" y="3726"/>
                  <a:pt x="3116" y="918"/>
                  <a:pt x="6476" y="53"/>
                </a:cubicBezTo>
                <a:lnTo>
                  <a:pt x="671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3" name="任意多边形: 形状 132"/>
          <p:cNvSpPr>
            <a:spLocks noChangeAspect="1"/>
          </p:cNvSpPr>
          <p:nvPr userDrawn="1">
            <p:custDataLst>
              <p:tags r:id="rId6"/>
            </p:custDataLst>
          </p:nvPr>
        </p:nvSpPr>
        <p:spPr>
          <a:xfrm rot="11094256">
            <a:off x="190500" y="646430"/>
            <a:ext cx="4105275" cy="4671060"/>
          </a:xfrm>
          <a:custGeom>
            <a:avLst/>
            <a:gdLst>
              <a:gd name="connsiteX0" fmla="*/ 0 w 6465"/>
              <a:gd name="connsiteY0" fmla="*/ 7356 h 7356"/>
              <a:gd name="connsiteX1" fmla="*/ 1 w 6465"/>
              <a:gd name="connsiteY1" fmla="*/ 7340 h 7356"/>
              <a:gd name="connsiteX2" fmla="*/ 6025 w 6465"/>
              <a:gd name="connsiteY2" fmla="*/ 111 h 7356"/>
              <a:gd name="connsiteX3" fmla="*/ 6465 w 6465"/>
              <a:gd name="connsiteY3" fmla="*/ 0 h 7356"/>
            </a:gdLst>
            <a:ahLst/>
            <a:cxnLst>
              <a:cxn ang="0">
                <a:pos x="connsiteX0" y="connsiteY0"/>
              </a:cxn>
              <a:cxn ang="0">
                <a:pos x="connsiteX1" y="connsiteY1"/>
              </a:cxn>
              <a:cxn ang="0">
                <a:pos x="connsiteX2" y="connsiteY2"/>
              </a:cxn>
              <a:cxn ang="0">
                <a:pos x="connsiteX3" y="connsiteY3"/>
              </a:cxn>
            </a:cxnLst>
            <a:rect l="l" t="t" r="r" b="b"/>
            <a:pathLst>
              <a:path w="6465" h="7356">
                <a:moveTo>
                  <a:pt x="0" y="7356"/>
                </a:moveTo>
                <a:cubicBezTo>
                  <a:pt x="0" y="7351"/>
                  <a:pt x="1" y="7345"/>
                  <a:pt x="1" y="7340"/>
                </a:cubicBezTo>
                <a:cubicBezTo>
                  <a:pt x="352" y="3888"/>
                  <a:pt x="2785" y="1053"/>
                  <a:pt x="6025" y="111"/>
                </a:cubicBezTo>
                <a:lnTo>
                  <a:pt x="646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7" name="任意多边形: 形状 126"/>
          <p:cNvSpPr>
            <a:spLocks noChangeAspect="1"/>
          </p:cNvSpPr>
          <p:nvPr userDrawn="1">
            <p:custDataLst>
              <p:tags r:id="rId7"/>
            </p:custDataLst>
          </p:nvPr>
        </p:nvSpPr>
        <p:spPr>
          <a:xfrm rot="11094256">
            <a:off x="194310" y="-48260"/>
            <a:ext cx="3564255" cy="4709795"/>
          </a:xfrm>
          <a:custGeom>
            <a:avLst/>
            <a:gdLst>
              <a:gd name="connsiteX0" fmla="*/ 5 w 5613"/>
              <a:gd name="connsiteY0" fmla="*/ 7417 h 7417"/>
              <a:gd name="connsiteX1" fmla="*/ 0 w 5613"/>
              <a:gd name="connsiteY1" fmla="*/ 7209 h 7417"/>
              <a:gd name="connsiteX2" fmla="*/ 5542 w 5613"/>
              <a:gd name="connsiteY2" fmla="*/ 20 h 7417"/>
              <a:gd name="connsiteX3" fmla="*/ 5604 w 5613"/>
              <a:gd name="connsiteY3" fmla="*/ 0 h 7417"/>
              <a:gd name="connsiteX4" fmla="*/ 5613 w 5613"/>
              <a:gd name="connsiteY4" fmla="*/ 8 h 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 h="7417">
                <a:moveTo>
                  <a:pt x="5" y="7417"/>
                </a:moveTo>
                <a:cubicBezTo>
                  <a:pt x="4" y="7348"/>
                  <a:pt x="2" y="7279"/>
                  <a:pt x="0" y="7209"/>
                </a:cubicBezTo>
                <a:cubicBezTo>
                  <a:pt x="0" y="3757"/>
                  <a:pt x="2353" y="856"/>
                  <a:pt x="5542" y="20"/>
                </a:cubicBezTo>
                <a:lnTo>
                  <a:pt x="5604" y="0"/>
                </a:lnTo>
                <a:lnTo>
                  <a:pt x="5613" y="8"/>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4" name="任意多边形: 形状 123"/>
          <p:cNvSpPr>
            <a:spLocks noChangeAspect="1"/>
          </p:cNvSpPr>
          <p:nvPr userDrawn="1">
            <p:custDataLst>
              <p:tags r:id="rId8"/>
            </p:custDataLst>
          </p:nvPr>
        </p:nvSpPr>
        <p:spPr>
          <a:xfrm rot="11094256">
            <a:off x="190500" y="-154305"/>
            <a:ext cx="3373755" cy="4599940"/>
          </a:xfrm>
          <a:custGeom>
            <a:avLst/>
            <a:gdLst>
              <a:gd name="connsiteX0" fmla="*/ 10 w 5313"/>
              <a:gd name="connsiteY0" fmla="*/ 7244 h 7244"/>
              <a:gd name="connsiteX1" fmla="*/ 0 w 5313"/>
              <a:gd name="connsiteY1" fmla="*/ 6882 h 7244"/>
              <a:gd name="connsiteX2" fmla="*/ 5004 w 5313"/>
              <a:gd name="connsiteY2" fmla="*/ 79 h 7244"/>
              <a:gd name="connsiteX3" fmla="*/ 5305 w 5313"/>
              <a:gd name="connsiteY3" fmla="*/ 0 h 7244"/>
              <a:gd name="connsiteX4" fmla="*/ 5313 w 5313"/>
              <a:gd name="connsiteY4" fmla="*/ 0 h 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3" h="7244">
                <a:moveTo>
                  <a:pt x="10" y="7244"/>
                </a:moveTo>
                <a:lnTo>
                  <a:pt x="0" y="6882"/>
                </a:lnTo>
                <a:cubicBezTo>
                  <a:pt x="0" y="3685"/>
                  <a:pt x="2105" y="981"/>
                  <a:pt x="5004" y="79"/>
                </a:cubicBezTo>
                <a:lnTo>
                  <a:pt x="5305" y="0"/>
                </a:lnTo>
                <a:lnTo>
                  <a:pt x="531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p:nvPr userDrawn="1">
            <p:custDataLst>
              <p:tags r:id="rId9"/>
            </p:custDataLst>
          </p:nvPr>
        </p:nvSpPr>
        <p:spPr>
          <a:xfrm rot="11094256">
            <a:off x="1341755" y="2268855"/>
            <a:ext cx="3429635" cy="365887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8" name="任意多边形: 形状 17"/>
          <p:cNvSpPr/>
          <p:nvPr userDrawn="1">
            <p:custDataLst>
              <p:tags r:id="rId10"/>
            </p:custDataLst>
          </p:nvPr>
        </p:nvSpPr>
        <p:spPr>
          <a:xfrm rot="11094256">
            <a:off x="1997710" y="2971165"/>
            <a:ext cx="2744470" cy="293814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9" name="任意多边形: 形状 18"/>
          <p:cNvSpPr/>
          <p:nvPr userDrawn="1">
            <p:custDataLst>
              <p:tags r:id="rId11"/>
            </p:custDataLst>
          </p:nvPr>
        </p:nvSpPr>
        <p:spPr>
          <a:xfrm rot="11094256">
            <a:off x="871220" y="1766570"/>
            <a:ext cx="3836670" cy="408432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0" name="任意多边形: 形状 19"/>
          <p:cNvSpPr/>
          <p:nvPr userDrawn="1">
            <p:custDataLst>
              <p:tags r:id="rId12"/>
            </p:custDataLst>
          </p:nvPr>
        </p:nvSpPr>
        <p:spPr>
          <a:xfrm rot="11094256">
            <a:off x="460375" y="1315085"/>
            <a:ext cx="4134485" cy="4400550"/>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6" name="任意多边形: 形状 135"/>
          <p:cNvSpPr/>
          <p:nvPr userDrawn="1">
            <p:custDataLst>
              <p:tags r:id="rId13"/>
            </p:custDataLst>
          </p:nvPr>
        </p:nvSpPr>
        <p:spPr>
          <a:xfrm rot="11094256">
            <a:off x="192405" y="394335"/>
            <a:ext cx="3928745" cy="4712335"/>
          </a:xfrm>
          <a:custGeom>
            <a:avLst/>
            <a:gdLst>
              <a:gd name="connsiteX0" fmla="*/ 0 w 6187"/>
              <a:gd name="connsiteY0" fmla="*/ 7421 h 7421"/>
              <a:gd name="connsiteX1" fmla="*/ 28 w 6187"/>
              <a:gd name="connsiteY1" fmla="*/ 7052 h 7421"/>
              <a:gd name="connsiteX2" fmla="*/ 6187 w 6187"/>
              <a:gd name="connsiteY2" fmla="*/ 0 h 7421"/>
            </a:gdLst>
            <a:ahLst/>
            <a:cxnLst>
              <a:cxn ang="0">
                <a:pos x="connsiteX0" y="connsiteY0"/>
              </a:cxn>
              <a:cxn ang="0">
                <a:pos x="connsiteX1" y="connsiteY1"/>
              </a:cxn>
              <a:cxn ang="0">
                <a:pos x="connsiteX2" y="connsiteY2"/>
              </a:cxn>
            </a:cxnLst>
            <a:rect l="l" t="t" r="r" b="b"/>
            <a:pathLst>
              <a:path w="6187" h="7421">
                <a:moveTo>
                  <a:pt x="0" y="7421"/>
                </a:moveTo>
                <a:lnTo>
                  <a:pt x="28" y="7052"/>
                </a:lnTo>
                <a:cubicBezTo>
                  <a:pt x="378" y="3603"/>
                  <a:pt x="2890" y="794"/>
                  <a:pt x="6187"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9" name="任意多边形: 形状 138"/>
          <p:cNvSpPr/>
          <p:nvPr userDrawn="1">
            <p:custDataLst>
              <p:tags r:id="rId14"/>
            </p:custDataLst>
          </p:nvPr>
        </p:nvSpPr>
        <p:spPr>
          <a:xfrm rot="11094256">
            <a:off x="193040" y="168910"/>
            <a:ext cx="3759835" cy="4723765"/>
          </a:xfrm>
          <a:custGeom>
            <a:avLst/>
            <a:gdLst>
              <a:gd name="connsiteX0" fmla="*/ 0 w 5921"/>
              <a:gd name="connsiteY0" fmla="*/ 7439 h 7439"/>
              <a:gd name="connsiteX1" fmla="*/ 7 w 5921"/>
              <a:gd name="connsiteY1" fmla="*/ 7157 h 7439"/>
              <a:gd name="connsiteX2" fmla="*/ 5603 w 5921"/>
              <a:gd name="connsiteY2" fmla="*/ 82 h 7439"/>
              <a:gd name="connsiteX3" fmla="*/ 5921 w 5921"/>
              <a:gd name="connsiteY3" fmla="*/ 0 h 7439"/>
            </a:gdLst>
            <a:ahLst/>
            <a:cxnLst>
              <a:cxn ang="0">
                <a:pos x="connsiteX0" y="connsiteY0"/>
              </a:cxn>
              <a:cxn ang="0">
                <a:pos x="connsiteX1" y="connsiteY1"/>
              </a:cxn>
              <a:cxn ang="0">
                <a:pos x="connsiteX2" y="connsiteY2"/>
              </a:cxn>
              <a:cxn ang="0">
                <a:pos x="connsiteX3" y="connsiteY3"/>
              </a:cxn>
            </a:cxnLst>
            <a:rect l="l" t="t" r="r" b="b"/>
            <a:pathLst>
              <a:path w="5921" h="7439">
                <a:moveTo>
                  <a:pt x="0" y="7439"/>
                </a:moveTo>
                <a:cubicBezTo>
                  <a:pt x="2" y="7345"/>
                  <a:pt x="5" y="7251"/>
                  <a:pt x="7" y="7157"/>
                </a:cubicBezTo>
                <a:cubicBezTo>
                  <a:pt x="178" y="3790"/>
                  <a:pt x="2487" y="988"/>
                  <a:pt x="5603" y="82"/>
                </a:cubicBezTo>
                <a:lnTo>
                  <a:pt x="59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21" name="任意多边形: 形状 120"/>
          <p:cNvSpPr/>
          <p:nvPr userDrawn="1">
            <p:custDataLst>
              <p:tags r:id="rId15"/>
            </p:custDataLst>
          </p:nvPr>
        </p:nvSpPr>
        <p:spPr>
          <a:xfrm rot="11094256">
            <a:off x="180975" y="-146685"/>
            <a:ext cx="3190875" cy="4377690"/>
          </a:xfrm>
          <a:custGeom>
            <a:avLst/>
            <a:gdLst>
              <a:gd name="connsiteX0" fmla="*/ 8 w 5025"/>
              <a:gd name="connsiteY0" fmla="*/ 6894 h 6894"/>
              <a:gd name="connsiteX1" fmla="*/ 5 w 5025"/>
              <a:gd name="connsiteY1" fmla="*/ 6821 h 6894"/>
              <a:gd name="connsiteX2" fmla="*/ 0 w 5025"/>
              <a:gd name="connsiteY2" fmla="*/ 6558 h 6894"/>
              <a:gd name="connsiteX3" fmla="*/ 4779 w 5025"/>
              <a:gd name="connsiteY3" fmla="*/ 62 h 6894"/>
              <a:gd name="connsiteX4" fmla="*/ 5024 w 5025"/>
              <a:gd name="connsiteY4" fmla="*/ 0 h 6894"/>
              <a:gd name="connsiteX5" fmla="*/ 5025 w 5025"/>
              <a:gd name="connsiteY5" fmla="*/ 3 h 6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5" h="6894">
                <a:moveTo>
                  <a:pt x="8" y="6894"/>
                </a:moveTo>
                <a:lnTo>
                  <a:pt x="5" y="6821"/>
                </a:lnTo>
                <a:cubicBezTo>
                  <a:pt x="2" y="6734"/>
                  <a:pt x="0" y="6646"/>
                  <a:pt x="0" y="6558"/>
                </a:cubicBezTo>
                <a:cubicBezTo>
                  <a:pt x="0" y="3506"/>
                  <a:pt x="2010" y="923"/>
                  <a:pt x="4779" y="62"/>
                </a:cubicBezTo>
                <a:lnTo>
                  <a:pt x="5024" y="0"/>
                </a:lnTo>
                <a:lnTo>
                  <a:pt x="5025" y="3"/>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8" name="任意多边形: 形状 117"/>
          <p:cNvSpPr/>
          <p:nvPr userDrawn="1">
            <p:custDataLst>
              <p:tags r:id="rId16"/>
            </p:custDataLst>
          </p:nvPr>
        </p:nvSpPr>
        <p:spPr>
          <a:xfrm rot="11094256">
            <a:off x="172085" y="-137795"/>
            <a:ext cx="3003550" cy="4153535"/>
          </a:xfrm>
          <a:custGeom>
            <a:avLst/>
            <a:gdLst>
              <a:gd name="connsiteX0" fmla="*/ 15 w 4730"/>
              <a:gd name="connsiteY0" fmla="*/ 6541 h 6541"/>
              <a:gd name="connsiteX1" fmla="*/ 0 w 4730"/>
              <a:gd name="connsiteY1" fmla="*/ 6235 h 6541"/>
              <a:gd name="connsiteX2" fmla="*/ 4553 w 4730"/>
              <a:gd name="connsiteY2" fmla="*/ 46 h 6541"/>
              <a:gd name="connsiteX3" fmla="*/ 4730 w 4730"/>
              <a:gd name="connsiteY3" fmla="*/ 0 h 6541"/>
            </a:gdLst>
            <a:ahLst/>
            <a:cxnLst>
              <a:cxn ang="0">
                <a:pos x="connsiteX0" y="connsiteY0"/>
              </a:cxn>
              <a:cxn ang="0">
                <a:pos x="connsiteX1" y="connsiteY1"/>
              </a:cxn>
              <a:cxn ang="0">
                <a:pos x="connsiteX2" y="connsiteY2"/>
              </a:cxn>
              <a:cxn ang="0">
                <a:pos x="connsiteX3" y="connsiteY3"/>
              </a:cxn>
            </a:cxnLst>
            <a:rect l="l" t="t" r="r" b="b"/>
            <a:pathLst>
              <a:path w="4730" h="6541">
                <a:moveTo>
                  <a:pt x="15" y="6541"/>
                </a:moveTo>
                <a:lnTo>
                  <a:pt x="0" y="6235"/>
                </a:lnTo>
                <a:cubicBezTo>
                  <a:pt x="0" y="3327"/>
                  <a:pt x="1915" y="866"/>
                  <a:pt x="4553" y="46"/>
                </a:cubicBezTo>
                <a:lnTo>
                  <a:pt x="4730"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5" name="任意多边形: 形状 114"/>
          <p:cNvSpPr/>
          <p:nvPr userDrawn="1">
            <p:custDataLst>
              <p:tags r:id="rId17"/>
            </p:custDataLst>
          </p:nvPr>
        </p:nvSpPr>
        <p:spPr>
          <a:xfrm rot="11094256">
            <a:off x="163195" y="-129540"/>
            <a:ext cx="2818765" cy="3931920"/>
          </a:xfrm>
          <a:custGeom>
            <a:avLst/>
            <a:gdLst>
              <a:gd name="connsiteX0" fmla="*/ 14 w 4439"/>
              <a:gd name="connsiteY0" fmla="*/ 6192 h 6192"/>
              <a:gd name="connsiteX1" fmla="*/ 0 w 4439"/>
              <a:gd name="connsiteY1" fmla="*/ 5913 h 6192"/>
              <a:gd name="connsiteX2" fmla="*/ 4329 w 4439"/>
              <a:gd name="connsiteY2" fmla="*/ 28 h 6192"/>
              <a:gd name="connsiteX3" fmla="*/ 4439 w 4439"/>
              <a:gd name="connsiteY3" fmla="*/ 0 h 6192"/>
            </a:gdLst>
            <a:ahLst/>
            <a:cxnLst>
              <a:cxn ang="0">
                <a:pos x="connsiteX0" y="connsiteY0"/>
              </a:cxn>
              <a:cxn ang="0">
                <a:pos x="connsiteX1" y="connsiteY1"/>
              </a:cxn>
              <a:cxn ang="0">
                <a:pos x="connsiteX2" y="connsiteY2"/>
              </a:cxn>
              <a:cxn ang="0">
                <a:pos x="connsiteX3" y="connsiteY3"/>
              </a:cxn>
            </a:cxnLst>
            <a:rect l="l" t="t" r="r" b="b"/>
            <a:pathLst>
              <a:path w="4439" h="6192">
                <a:moveTo>
                  <a:pt x="14" y="6192"/>
                </a:moveTo>
                <a:lnTo>
                  <a:pt x="0" y="5913"/>
                </a:lnTo>
                <a:cubicBezTo>
                  <a:pt x="0" y="3148"/>
                  <a:pt x="1821" y="809"/>
                  <a:pt x="4329" y="28"/>
                </a:cubicBezTo>
                <a:lnTo>
                  <a:pt x="443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2" name="任意多边形: 形状 111"/>
          <p:cNvSpPr/>
          <p:nvPr userDrawn="1">
            <p:custDataLst>
              <p:tags r:id="rId18"/>
            </p:custDataLst>
          </p:nvPr>
        </p:nvSpPr>
        <p:spPr>
          <a:xfrm rot="11094256">
            <a:off x="154940" y="-121920"/>
            <a:ext cx="2648585" cy="3729355"/>
          </a:xfrm>
          <a:custGeom>
            <a:avLst/>
            <a:gdLst>
              <a:gd name="connsiteX0" fmla="*/ 13 w 4171"/>
              <a:gd name="connsiteY0" fmla="*/ 5873 h 5873"/>
              <a:gd name="connsiteX1" fmla="*/ 0 w 4171"/>
              <a:gd name="connsiteY1" fmla="*/ 5619 h 5873"/>
              <a:gd name="connsiteX2" fmla="*/ 4123 w 4171"/>
              <a:gd name="connsiteY2" fmla="*/ 12 h 5873"/>
              <a:gd name="connsiteX3" fmla="*/ 4171 w 4171"/>
              <a:gd name="connsiteY3" fmla="*/ 0 h 5873"/>
            </a:gdLst>
            <a:ahLst/>
            <a:cxnLst>
              <a:cxn ang="0">
                <a:pos x="connsiteX0" y="connsiteY0"/>
              </a:cxn>
              <a:cxn ang="0">
                <a:pos x="connsiteX1" y="connsiteY1"/>
              </a:cxn>
              <a:cxn ang="0">
                <a:pos x="connsiteX2" y="connsiteY2"/>
              </a:cxn>
              <a:cxn ang="0">
                <a:pos x="connsiteX3" y="connsiteY3"/>
              </a:cxn>
            </a:cxnLst>
            <a:rect l="l" t="t" r="r" b="b"/>
            <a:pathLst>
              <a:path w="4171" h="5873">
                <a:moveTo>
                  <a:pt x="13" y="5873"/>
                </a:moveTo>
                <a:lnTo>
                  <a:pt x="0" y="5619"/>
                </a:lnTo>
                <a:cubicBezTo>
                  <a:pt x="0" y="2984"/>
                  <a:pt x="1734" y="756"/>
                  <a:pt x="4123" y="12"/>
                </a:cubicBezTo>
                <a:lnTo>
                  <a:pt x="417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9" name="任意多边形: 形状 108"/>
          <p:cNvSpPr/>
          <p:nvPr userDrawn="1">
            <p:custDataLst>
              <p:tags r:id="rId19"/>
            </p:custDataLst>
          </p:nvPr>
        </p:nvSpPr>
        <p:spPr>
          <a:xfrm rot="11094256">
            <a:off x="144780" y="-113030"/>
            <a:ext cx="2456180" cy="3496945"/>
          </a:xfrm>
          <a:custGeom>
            <a:avLst/>
            <a:gdLst>
              <a:gd name="connsiteX0" fmla="*/ 11 w 3868"/>
              <a:gd name="connsiteY0" fmla="*/ 5507 h 5507"/>
              <a:gd name="connsiteX1" fmla="*/ 0 w 3868"/>
              <a:gd name="connsiteY1" fmla="*/ 5281 h 5507"/>
              <a:gd name="connsiteX2" fmla="*/ 3837 w 3868"/>
              <a:gd name="connsiteY2" fmla="*/ 10 h 5507"/>
              <a:gd name="connsiteX3" fmla="*/ 3868 w 3868"/>
              <a:gd name="connsiteY3" fmla="*/ 0 h 5507"/>
            </a:gdLst>
            <a:ahLst/>
            <a:cxnLst>
              <a:cxn ang="0">
                <a:pos x="connsiteX0" y="connsiteY0"/>
              </a:cxn>
              <a:cxn ang="0">
                <a:pos x="connsiteX1" y="connsiteY1"/>
              </a:cxn>
              <a:cxn ang="0">
                <a:pos x="connsiteX2" y="connsiteY2"/>
              </a:cxn>
              <a:cxn ang="0">
                <a:pos x="connsiteX3" y="connsiteY3"/>
              </a:cxn>
            </a:cxnLst>
            <a:rect l="l" t="t" r="r" b="b"/>
            <a:pathLst>
              <a:path w="3868" h="5507">
                <a:moveTo>
                  <a:pt x="11" y="5507"/>
                </a:moveTo>
                <a:lnTo>
                  <a:pt x="0" y="5281"/>
                </a:lnTo>
                <a:cubicBezTo>
                  <a:pt x="0" y="2816"/>
                  <a:pt x="1611" y="727"/>
                  <a:pt x="3837" y="10"/>
                </a:cubicBezTo>
                <a:lnTo>
                  <a:pt x="386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6" name="任意多边形: 形状 105"/>
          <p:cNvSpPr/>
          <p:nvPr userDrawn="1">
            <p:custDataLst>
              <p:tags r:id="rId20"/>
            </p:custDataLst>
          </p:nvPr>
        </p:nvSpPr>
        <p:spPr>
          <a:xfrm rot="11094256">
            <a:off x="136525" y="-105410"/>
            <a:ext cx="2282825" cy="3283585"/>
          </a:xfrm>
          <a:custGeom>
            <a:avLst/>
            <a:gdLst>
              <a:gd name="connsiteX0" fmla="*/ 10 w 3595"/>
              <a:gd name="connsiteY0" fmla="*/ 5171 h 5171"/>
              <a:gd name="connsiteX1" fmla="*/ 0 w 3595"/>
              <a:gd name="connsiteY1" fmla="*/ 4971 h 5171"/>
              <a:gd name="connsiteX2" fmla="*/ 3198 w 3595"/>
              <a:gd name="connsiteY2" fmla="*/ 146 h 5171"/>
              <a:gd name="connsiteX3" fmla="*/ 3595 w 3595"/>
              <a:gd name="connsiteY3" fmla="*/ 0 h 5171"/>
            </a:gdLst>
            <a:ahLst/>
            <a:cxnLst>
              <a:cxn ang="0">
                <a:pos x="connsiteX0" y="connsiteY0"/>
              </a:cxn>
              <a:cxn ang="0">
                <a:pos x="connsiteX1" y="connsiteY1"/>
              </a:cxn>
              <a:cxn ang="0">
                <a:pos x="connsiteX2" y="connsiteY2"/>
              </a:cxn>
              <a:cxn ang="0">
                <a:pos x="connsiteX3" y="connsiteY3"/>
              </a:cxn>
            </a:cxnLst>
            <a:rect l="l" t="t" r="r" b="b"/>
            <a:pathLst>
              <a:path w="3595" h="5171">
                <a:moveTo>
                  <a:pt x="10" y="5171"/>
                </a:moveTo>
                <a:lnTo>
                  <a:pt x="0" y="4971"/>
                </a:lnTo>
                <a:cubicBezTo>
                  <a:pt x="0" y="2801"/>
                  <a:pt x="1319" y="940"/>
                  <a:pt x="3198" y="146"/>
                </a:cubicBezTo>
                <a:lnTo>
                  <a:pt x="359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3" name="任意多边形: 形状 102"/>
          <p:cNvSpPr/>
          <p:nvPr userDrawn="1">
            <p:custDataLst>
              <p:tags r:id="rId21"/>
            </p:custDataLst>
          </p:nvPr>
        </p:nvSpPr>
        <p:spPr>
          <a:xfrm rot="11094256">
            <a:off x="128270" y="-98425"/>
            <a:ext cx="2121535" cy="3086100"/>
          </a:xfrm>
          <a:custGeom>
            <a:avLst/>
            <a:gdLst>
              <a:gd name="connsiteX0" fmla="*/ 9 w 3341"/>
              <a:gd name="connsiteY0" fmla="*/ 4860 h 4860"/>
              <a:gd name="connsiteX1" fmla="*/ 0 w 3341"/>
              <a:gd name="connsiteY1" fmla="*/ 4683 h 4860"/>
              <a:gd name="connsiteX2" fmla="*/ 3028 w 3341"/>
              <a:gd name="connsiteY2" fmla="*/ 115 h 4860"/>
              <a:gd name="connsiteX3" fmla="*/ 3341 w 3341"/>
              <a:gd name="connsiteY3" fmla="*/ 0 h 4860"/>
            </a:gdLst>
            <a:ahLst/>
            <a:cxnLst>
              <a:cxn ang="0">
                <a:pos x="connsiteX0" y="connsiteY0"/>
              </a:cxn>
              <a:cxn ang="0">
                <a:pos x="connsiteX1" y="connsiteY1"/>
              </a:cxn>
              <a:cxn ang="0">
                <a:pos x="connsiteX2" y="connsiteY2"/>
              </a:cxn>
              <a:cxn ang="0">
                <a:pos x="connsiteX3" y="connsiteY3"/>
              </a:cxn>
            </a:cxnLst>
            <a:rect l="l" t="t" r="r" b="b"/>
            <a:pathLst>
              <a:path w="3341" h="4860">
                <a:moveTo>
                  <a:pt x="9" y="4860"/>
                </a:moveTo>
                <a:lnTo>
                  <a:pt x="0" y="4683"/>
                </a:lnTo>
                <a:cubicBezTo>
                  <a:pt x="0" y="2630"/>
                  <a:pt x="1248" y="867"/>
                  <a:pt x="3028" y="115"/>
                </a:cubicBezTo>
                <a:lnTo>
                  <a:pt x="334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0" name="任意多边形: 形状 99"/>
          <p:cNvSpPr/>
          <p:nvPr userDrawn="1">
            <p:custDataLst>
              <p:tags r:id="rId22"/>
            </p:custDataLst>
          </p:nvPr>
        </p:nvSpPr>
        <p:spPr>
          <a:xfrm rot="11094256">
            <a:off x="119380" y="-90805"/>
            <a:ext cx="1951355" cy="2877820"/>
          </a:xfrm>
          <a:custGeom>
            <a:avLst/>
            <a:gdLst>
              <a:gd name="connsiteX0" fmla="*/ 6 w 3073"/>
              <a:gd name="connsiteY0" fmla="*/ 4532 h 4532"/>
              <a:gd name="connsiteX1" fmla="*/ 0 w 3073"/>
              <a:gd name="connsiteY1" fmla="*/ 4380 h 4532"/>
              <a:gd name="connsiteX2" fmla="*/ 2848 w 3073"/>
              <a:gd name="connsiteY2" fmla="*/ 82 h 4532"/>
              <a:gd name="connsiteX3" fmla="*/ 3073 w 3073"/>
              <a:gd name="connsiteY3" fmla="*/ 0 h 4532"/>
            </a:gdLst>
            <a:ahLst/>
            <a:cxnLst>
              <a:cxn ang="0">
                <a:pos x="connsiteX0" y="connsiteY0"/>
              </a:cxn>
              <a:cxn ang="0">
                <a:pos x="connsiteX1" y="connsiteY1"/>
              </a:cxn>
              <a:cxn ang="0">
                <a:pos x="connsiteX2" y="connsiteY2"/>
              </a:cxn>
              <a:cxn ang="0">
                <a:pos x="connsiteX3" y="connsiteY3"/>
              </a:cxn>
            </a:cxnLst>
            <a:rect l="l" t="t" r="r" b="b"/>
            <a:pathLst>
              <a:path w="3073" h="4532">
                <a:moveTo>
                  <a:pt x="6" y="4532"/>
                </a:moveTo>
                <a:lnTo>
                  <a:pt x="0" y="4380"/>
                </a:lnTo>
                <a:cubicBezTo>
                  <a:pt x="0" y="2448"/>
                  <a:pt x="1174" y="790"/>
                  <a:pt x="2848" y="82"/>
                </a:cubicBezTo>
                <a:lnTo>
                  <a:pt x="307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7" name="任意多边形: 形状 96"/>
          <p:cNvSpPr/>
          <p:nvPr userDrawn="1">
            <p:custDataLst>
              <p:tags r:id="rId23"/>
            </p:custDataLst>
          </p:nvPr>
        </p:nvSpPr>
        <p:spPr>
          <a:xfrm rot="11094256">
            <a:off x="111760" y="-83820"/>
            <a:ext cx="1798955" cy="2689860"/>
          </a:xfrm>
          <a:custGeom>
            <a:avLst/>
            <a:gdLst>
              <a:gd name="connsiteX0" fmla="*/ 10 w 2833"/>
              <a:gd name="connsiteY0" fmla="*/ 4236 h 4236"/>
              <a:gd name="connsiteX1" fmla="*/ 0 w 2833"/>
              <a:gd name="connsiteY1" fmla="*/ 4107 h 4236"/>
              <a:gd name="connsiteX2" fmla="*/ 2687 w 2833"/>
              <a:gd name="connsiteY2" fmla="*/ 53 h 4236"/>
              <a:gd name="connsiteX3" fmla="*/ 2833 w 2833"/>
              <a:gd name="connsiteY3" fmla="*/ 0 h 4236"/>
            </a:gdLst>
            <a:ahLst/>
            <a:cxnLst>
              <a:cxn ang="0">
                <a:pos x="connsiteX0" y="connsiteY0"/>
              </a:cxn>
              <a:cxn ang="0">
                <a:pos x="connsiteX1" y="connsiteY1"/>
              </a:cxn>
              <a:cxn ang="0">
                <a:pos x="connsiteX2" y="connsiteY2"/>
              </a:cxn>
              <a:cxn ang="0">
                <a:pos x="connsiteX3" y="connsiteY3"/>
              </a:cxn>
            </a:cxnLst>
            <a:rect l="l" t="t" r="r" b="b"/>
            <a:pathLst>
              <a:path w="2833" h="4236">
                <a:moveTo>
                  <a:pt x="10" y="4236"/>
                </a:moveTo>
                <a:lnTo>
                  <a:pt x="0" y="4107"/>
                </a:lnTo>
                <a:cubicBezTo>
                  <a:pt x="0" y="2285"/>
                  <a:pt x="1108" y="721"/>
                  <a:pt x="2687" y="53"/>
                </a:cubicBezTo>
                <a:lnTo>
                  <a:pt x="283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4" name="任意多边形: 形状 93"/>
          <p:cNvSpPr/>
          <p:nvPr userDrawn="1">
            <p:custDataLst>
              <p:tags r:id="rId24"/>
            </p:custDataLst>
          </p:nvPr>
        </p:nvSpPr>
        <p:spPr>
          <a:xfrm rot="11094256">
            <a:off x="104775" y="-77470"/>
            <a:ext cx="1656715" cy="2515870"/>
          </a:xfrm>
          <a:custGeom>
            <a:avLst/>
            <a:gdLst>
              <a:gd name="connsiteX0" fmla="*/ 8 w 2609"/>
              <a:gd name="connsiteY0" fmla="*/ 3962 h 3962"/>
              <a:gd name="connsiteX1" fmla="*/ 0 w 2609"/>
              <a:gd name="connsiteY1" fmla="*/ 3854 h 3962"/>
              <a:gd name="connsiteX2" fmla="*/ 2537 w 2609"/>
              <a:gd name="connsiteY2" fmla="*/ 26 h 3962"/>
              <a:gd name="connsiteX3" fmla="*/ 2609 w 2609"/>
              <a:gd name="connsiteY3" fmla="*/ 0 h 3962"/>
            </a:gdLst>
            <a:ahLst/>
            <a:cxnLst>
              <a:cxn ang="0">
                <a:pos x="connsiteX0" y="connsiteY0"/>
              </a:cxn>
              <a:cxn ang="0">
                <a:pos x="connsiteX1" y="connsiteY1"/>
              </a:cxn>
              <a:cxn ang="0">
                <a:pos x="connsiteX2" y="connsiteY2"/>
              </a:cxn>
              <a:cxn ang="0">
                <a:pos x="connsiteX3" y="connsiteY3"/>
              </a:cxn>
            </a:cxnLst>
            <a:rect l="l" t="t" r="r" b="b"/>
            <a:pathLst>
              <a:path w="2609" h="3962">
                <a:moveTo>
                  <a:pt x="8" y="3962"/>
                </a:moveTo>
                <a:lnTo>
                  <a:pt x="0" y="3854"/>
                </a:lnTo>
                <a:cubicBezTo>
                  <a:pt x="0" y="2133"/>
                  <a:pt x="1046" y="657"/>
                  <a:pt x="2537" y="26"/>
                </a:cubicBezTo>
                <a:lnTo>
                  <a:pt x="260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1" name="任意多边形: 形状 90"/>
          <p:cNvSpPr/>
          <p:nvPr userDrawn="1">
            <p:custDataLst>
              <p:tags r:id="rId25"/>
            </p:custDataLst>
          </p:nvPr>
        </p:nvSpPr>
        <p:spPr>
          <a:xfrm rot="11094256">
            <a:off x="97155" y="-71120"/>
            <a:ext cx="1511935" cy="2338705"/>
          </a:xfrm>
          <a:custGeom>
            <a:avLst/>
            <a:gdLst>
              <a:gd name="connsiteX0" fmla="*/ 7 w 2381"/>
              <a:gd name="connsiteY0" fmla="*/ 3683 h 3683"/>
              <a:gd name="connsiteX1" fmla="*/ 0 w 2381"/>
              <a:gd name="connsiteY1" fmla="*/ 3596 h 3683"/>
              <a:gd name="connsiteX2" fmla="*/ 2319 w 2381"/>
              <a:gd name="connsiteY2" fmla="*/ 27 h 3683"/>
              <a:gd name="connsiteX3" fmla="*/ 2381 w 2381"/>
              <a:gd name="connsiteY3" fmla="*/ 0 h 3683"/>
            </a:gdLst>
            <a:ahLst/>
            <a:cxnLst>
              <a:cxn ang="0">
                <a:pos x="connsiteX0" y="connsiteY0"/>
              </a:cxn>
              <a:cxn ang="0">
                <a:pos x="connsiteX1" y="connsiteY1"/>
              </a:cxn>
              <a:cxn ang="0">
                <a:pos x="connsiteX2" y="connsiteY2"/>
              </a:cxn>
              <a:cxn ang="0">
                <a:pos x="connsiteX3" y="connsiteY3"/>
              </a:cxn>
            </a:cxnLst>
            <a:rect l="l" t="t" r="r" b="b"/>
            <a:pathLst>
              <a:path w="2381" h="3683">
                <a:moveTo>
                  <a:pt x="7" y="3683"/>
                </a:moveTo>
                <a:lnTo>
                  <a:pt x="0" y="3596"/>
                </a:lnTo>
                <a:cubicBezTo>
                  <a:pt x="0" y="2004"/>
                  <a:pt x="953" y="635"/>
                  <a:pt x="2319" y="27"/>
                </a:cubicBezTo>
                <a:lnTo>
                  <a:pt x="238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8" name="任意多边形: 形状 87"/>
          <p:cNvSpPr/>
          <p:nvPr userDrawn="1">
            <p:custDataLst>
              <p:tags r:id="rId26"/>
            </p:custDataLst>
          </p:nvPr>
        </p:nvSpPr>
        <p:spPr>
          <a:xfrm rot="11094256">
            <a:off x="88900" y="-64135"/>
            <a:ext cx="1356360" cy="2141220"/>
          </a:xfrm>
          <a:custGeom>
            <a:avLst/>
            <a:gdLst>
              <a:gd name="connsiteX0" fmla="*/ 5 w 2136"/>
              <a:gd name="connsiteY0" fmla="*/ 3372 h 3372"/>
              <a:gd name="connsiteX1" fmla="*/ 0 w 2136"/>
              <a:gd name="connsiteY1" fmla="*/ 3308 h 3372"/>
              <a:gd name="connsiteX2" fmla="*/ 1902 w 2136"/>
              <a:gd name="connsiteY2" fmla="*/ 113 h 3372"/>
              <a:gd name="connsiteX3" fmla="*/ 2136 w 2136"/>
              <a:gd name="connsiteY3" fmla="*/ 0 h 3372"/>
            </a:gdLst>
            <a:ahLst/>
            <a:cxnLst>
              <a:cxn ang="0">
                <a:pos x="connsiteX0" y="connsiteY0"/>
              </a:cxn>
              <a:cxn ang="0">
                <a:pos x="connsiteX1" y="connsiteY1"/>
              </a:cxn>
              <a:cxn ang="0">
                <a:pos x="connsiteX2" y="connsiteY2"/>
              </a:cxn>
              <a:cxn ang="0">
                <a:pos x="connsiteX3" y="connsiteY3"/>
              </a:cxn>
            </a:cxnLst>
            <a:rect l="l" t="t" r="r" b="b"/>
            <a:pathLst>
              <a:path w="2136" h="3372">
                <a:moveTo>
                  <a:pt x="5" y="3372"/>
                </a:moveTo>
                <a:lnTo>
                  <a:pt x="0" y="3308"/>
                </a:lnTo>
                <a:cubicBezTo>
                  <a:pt x="0" y="1928"/>
                  <a:pt x="769" y="728"/>
                  <a:pt x="1902" y="113"/>
                </a:cubicBezTo>
                <a:lnTo>
                  <a:pt x="2136"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2" name="任意多边形: 形状 81"/>
          <p:cNvSpPr/>
          <p:nvPr userDrawn="1">
            <p:custDataLst>
              <p:tags r:id="rId27"/>
            </p:custDataLst>
          </p:nvPr>
        </p:nvSpPr>
        <p:spPr>
          <a:xfrm rot="11094256">
            <a:off x="73660" y="-50800"/>
            <a:ext cx="1065530" cy="1773555"/>
          </a:xfrm>
          <a:custGeom>
            <a:avLst/>
            <a:gdLst>
              <a:gd name="connsiteX0" fmla="*/ 2 w 1678"/>
              <a:gd name="connsiteY0" fmla="*/ 2793 h 2793"/>
              <a:gd name="connsiteX1" fmla="*/ 0 w 1678"/>
              <a:gd name="connsiteY1" fmla="*/ 2772 h 2793"/>
              <a:gd name="connsiteX2" fmla="*/ 1638 w 1678"/>
              <a:gd name="connsiteY2" fmla="*/ 19 h 2793"/>
              <a:gd name="connsiteX3" fmla="*/ 1678 w 1678"/>
              <a:gd name="connsiteY3" fmla="*/ 0 h 2793"/>
            </a:gdLst>
            <a:ahLst/>
            <a:cxnLst>
              <a:cxn ang="0">
                <a:pos x="connsiteX0" y="connsiteY0"/>
              </a:cxn>
              <a:cxn ang="0">
                <a:pos x="connsiteX1" y="connsiteY1"/>
              </a:cxn>
              <a:cxn ang="0">
                <a:pos x="connsiteX2" y="connsiteY2"/>
              </a:cxn>
              <a:cxn ang="0">
                <a:pos x="connsiteX3" y="connsiteY3"/>
              </a:cxn>
            </a:cxnLst>
            <a:rect l="l" t="t" r="r" b="b"/>
            <a:pathLst>
              <a:path w="1678" h="2793">
                <a:moveTo>
                  <a:pt x="2" y="2793"/>
                </a:moveTo>
                <a:lnTo>
                  <a:pt x="0" y="2772"/>
                </a:lnTo>
                <a:cubicBezTo>
                  <a:pt x="0" y="1584"/>
                  <a:pt x="662" y="549"/>
                  <a:pt x="1638" y="19"/>
                </a:cubicBezTo>
                <a:lnTo>
                  <a:pt x="167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9" name="任意多边形: 形状 78"/>
          <p:cNvSpPr/>
          <p:nvPr userDrawn="1">
            <p:custDataLst>
              <p:tags r:id="rId28"/>
            </p:custDataLst>
          </p:nvPr>
        </p:nvSpPr>
        <p:spPr>
          <a:xfrm rot="11094256">
            <a:off x="66040" y="-45085"/>
            <a:ext cx="926465" cy="1592580"/>
          </a:xfrm>
          <a:custGeom>
            <a:avLst/>
            <a:gdLst>
              <a:gd name="connsiteX0" fmla="*/ 0 w 1459"/>
              <a:gd name="connsiteY0" fmla="*/ 2508 h 2508"/>
              <a:gd name="connsiteX1" fmla="*/ 0 w 1459"/>
              <a:gd name="connsiteY1" fmla="*/ 2461 h 2508"/>
              <a:gd name="connsiteX2" fmla="*/ 1273 w 1459"/>
              <a:gd name="connsiteY2" fmla="*/ 113 h 2508"/>
              <a:gd name="connsiteX3" fmla="*/ 1459 w 1459"/>
              <a:gd name="connsiteY3" fmla="*/ 0 h 2508"/>
            </a:gdLst>
            <a:ahLst/>
            <a:cxnLst>
              <a:cxn ang="0">
                <a:pos x="connsiteX0" y="connsiteY0"/>
              </a:cxn>
              <a:cxn ang="0">
                <a:pos x="connsiteX1" y="connsiteY1"/>
              </a:cxn>
              <a:cxn ang="0">
                <a:pos x="connsiteX2" y="connsiteY2"/>
              </a:cxn>
              <a:cxn ang="0">
                <a:pos x="connsiteX3" y="connsiteY3"/>
              </a:cxn>
            </a:cxnLst>
            <a:rect l="l" t="t" r="r" b="b"/>
            <a:pathLst>
              <a:path w="1459" h="2508">
                <a:moveTo>
                  <a:pt x="0" y="2508"/>
                </a:moveTo>
                <a:lnTo>
                  <a:pt x="0" y="2461"/>
                </a:lnTo>
                <a:cubicBezTo>
                  <a:pt x="16" y="1484"/>
                  <a:pt x="517" y="624"/>
                  <a:pt x="1273" y="113"/>
                </a:cubicBezTo>
                <a:lnTo>
                  <a:pt x="145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userDrawn="1">
            <p:custDataLst>
              <p:tags r:id="rId29"/>
            </p:custDataLst>
          </p:nvPr>
        </p:nvSpPr>
        <p:spPr>
          <a:xfrm rot="11094256">
            <a:off x="23495" y="-10795"/>
            <a:ext cx="250825" cy="630555"/>
          </a:xfrm>
          <a:custGeom>
            <a:avLst/>
            <a:gdLst>
              <a:gd name="connsiteX0" fmla="*/ 0 w 395"/>
              <a:gd name="connsiteY0" fmla="*/ 993 h 993"/>
              <a:gd name="connsiteX1" fmla="*/ 27 w 395"/>
              <a:gd name="connsiteY1" fmla="*/ 756 h 993"/>
              <a:gd name="connsiteX2" fmla="*/ 395 w 395"/>
              <a:gd name="connsiteY2" fmla="*/ 0 h 993"/>
            </a:gdLst>
            <a:ahLst/>
            <a:cxnLst>
              <a:cxn ang="0">
                <a:pos x="connsiteX0" y="connsiteY0"/>
              </a:cxn>
              <a:cxn ang="0">
                <a:pos x="connsiteX1" y="connsiteY1"/>
              </a:cxn>
              <a:cxn ang="0">
                <a:pos x="connsiteX2" y="connsiteY2"/>
              </a:cxn>
            </a:cxnLst>
            <a:rect l="l" t="t" r="r" b="b"/>
            <a:pathLst>
              <a:path w="395" h="993">
                <a:moveTo>
                  <a:pt x="0" y="993"/>
                </a:moveTo>
                <a:cubicBezTo>
                  <a:pt x="-1" y="892"/>
                  <a:pt x="18" y="835"/>
                  <a:pt x="27" y="756"/>
                </a:cubicBezTo>
                <a:cubicBezTo>
                  <a:pt x="86" y="465"/>
                  <a:pt x="207" y="217"/>
                  <a:pt x="395"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userDrawn="1">
            <p:custDataLst>
              <p:tags r:id="rId30"/>
            </p:custDataLst>
          </p:nvPr>
        </p:nvSpPr>
        <p:spPr>
          <a:xfrm rot="11094256">
            <a:off x="13335" y="-6985"/>
            <a:ext cx="114300" cy="344170"/>
          </a:xfrm>
          <a:custGeom>
            <a:avLst/>
            <a:gdLst>
              <a:gd name="connsiteX0" fmla="*/ 0 w 180"/>
              <a:gd name="connsiteY0" fmla="*/ 542 h 542"/>
              <a:gd name="connsiteX1" fmla="*/ 17 w 180"/>
              <a:gd name="connsiteY1" fmla="*/ 374 h 542"/>
              <a:gd name="connsiteX2" fmla="*/ 89 w 180"/>
              <a:gd name="connsiteY2" fmla="*/ 134 h 542"/>
              <a:gd name="connsiteX3" fmla="*/ 180 w 180"/>
              <a:gd name="connsiteY3" fmla="*/ 0 h 542"/>
            </a:gdLst>
            <a:ahLst/>
            <a:cxnLst>
              <a:cxn ang="0">
                <a:pos x="connsiteX0" y="connsiteY0"/>
              </a:cxn>
              <a:cxn ang="0">
                <a:pos x="connsiteX1" y="connsiteY1"/>
              </a:cxn>
              <a:cxn ang="0">
                <a:pos x="connsiteX2" y="connsiteY2"/>
              </a:cxn>
              <a:cxn ang="0">
                <a:pos x="connsiteX3" y="connsiteY3"/>
              </a:cxn>
            </a:cxnLst>
            <a:rect l="l" t="t" r="r" b="b"/>
            <a:pathLst>
              <a:path w="180" h="542">
                <a:moveTo>
                  <a:pt x="0" y="542"/>
                </a:moveTo>
                <a:lnTo>
                  <a:pt x="17" y="374"/>
                </a:lnTo>
                <a:cubicBezTo>
                  <a:pt x="34" y="291"/>
                  <a:pt x="58" y="211"/>
                  <a:pt x="89" y="134"/>
                </a:cubicBezTo>
                <a:cubicBezTo>
                  <a:pt x="119" y="89"/>
                  <a:pt x="138" y="38"/>
                  <a:pt x="180"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p:nvPr userDrawn="1">
            <p:custDataLst>
              <p:tags r:id="rId31"/>
            </p:custDataLst>
          </p:nvPr>
        </p:nvSpPr>
        <p:spPr>
          <a:xfrm rot="11094256">
            <a:off x="43180" y="-26670"/>
            <a:ext cx="512445" cy="1035050"/>
          </a:xfrm>
          <a:custGeom>
            <a:avLst/>
            <a:gdLst>
              <a:gd name="connsiteX0" fmla="*/ 0 w 807"/>
              <a:gd name="connsiteY0" fmla="*/ 1630 h 1630"/>
              <a:gd name="connsiteX1" fmla="*/ 38 w 807"/>
              <a:gd name="connsiteY1" fmla="*/ 1255 h 1630"/>
              <a:gd name="connsiteX2" fmla="*/ 784 w 807"/>
              <a:gd name="connsiteY2" fmla="*/ 15 h 1630"/>
              <a:gd name="connsiteX3" fmla="*/ 807 w 807"/>
              <a:gd name="connsiteY3" fmla="*/ 0 h 1630"/>
            </a:gdLst>
            <a:ahLst/>
            <a:cxnLst>
              <a:cxn ang="0">
                <a:pos x="connsiteX0" y="connsiteY0"/>
              </a:cxn>
              <a:cxn ang="0">
                <a:pos x="connsiteX1" y="connsiteY1"/>
              </a:cxn>
              <a:cxn ang="0">
                <a:pos x="connsiteX2" y="connsiteY2"/>
              </a:cxn>
              <a:cxn ang="0">
                <a:pos x="connsiteX3" y="connsiteY3"/>
              </a:cxn>
            </a:cxnLst>
            <a:rect l="l" t="t" r="r" b="b"/>
            <a:pathLst>
              <a:path w="807" h="1630">
                <a:moveTo>
                  <a:pt x="0" y="1630"/>
                </a:moveTo>
                <a:lnTo>
                  <a:pt x="38" y="1255"/>
                </a:lnTo>
                <a:cubicBezTo>
                  <a:pt x="139" y="760"/>
                  <a:pt x="409" y="325"/>
                  <a:pt x="784" y="15"/>
                </a:cubicBezTo>
                <a:lnTo>
                  <a:pt x="80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userDrawn="1">
            <p:custDataLst>
              <p:tags r:id="rId32"/>
            </p:custDataLst>
          </p:nvPr>
        </p:nvSpPr>
        <p:spPr>
          <a:xfrm rot="11094256">
            <a:off x="34663" y="-17374"/>
            <a:ext cx="373380" cy="829945"/>
          </a:xfrm>
          <a:custGeom>
            <a:avLst/>
            <a:gdLst>
              <a:gd name="connsiteX0" fmla="*/ 0 w 588"/>
              <a:gd name="connsiteY0" fmla="*/ 1307 h 1307"/>
              <a:gd name="connsiteX1" fmla="*/ 31 w 588"/>
              <a:gd name="connsiteY1" fmla="*/ 999 h 1307"/>
              <a:gd name="connsiteX2" fmla="*/ 246 w 588"/>
              <a:gd name="connsiteY2" fmla="*/ 372 h 1307"/>
              <a:gd name="connsiteX3" fmla="*/ 588 w 588"/>
              <a:gd name="connsiteY3" fmla="*/ 0 h 1307"/>
            </a:gdLst>
            <a:ahLst/>
            <a:cxnLst>
              <a:cxn ang="0">
                <a:pos x="connsiteX0" y="connsiteY0"/>
              </a:cxn>
              <a:cxn ang="0">
                <a:pos x="connsiteX1" y="connsiteY1"/>
              </a:cxn>
              <a:cxn ang="0">
                <a:pos x="connsiteX2" y="connsiteY2"/>
              </a:cxn>
              <a:cxn ang="0">
                <a:pos x="connsiteX3" y="connsiteY3"/>
              </a:cxn>
            </a:cxnLst>
            <a:rect l="l" t="t" r="r" b="b"/>
            <a:pathLst>
              <a:path w="588" h="1307">
                <a:moveTo>
                  <a:pt x="0" y="1307"/>
                </a:moveTo>
                <a:lnTo>
                  <a:pt x="31" y="999"/>
                </a:lnTo>
                <a:cubicBezTo>
                  <a:pt x="94" y="673"/>
                  <a:pt x="246" y="372"/>
                  <a:pt x="459" y="126"/>
                </a:cubicBezTo>
                <a:lnTo>
                  <a:pt x="58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6" name="任意多边形: 形状 75"/>
          <p:cNvSpPr/>
          <p:nvPr userDrawn="1">
            <p:custDataLst>
              <p:tags r:id="rId33"/>
            </p:custDataLst>
          </p:nvPr>
        </p:nvSpPr>
        <p:spPr>
          <a:xfrm rot="11094256">
            <a:off x="58420" y="-38735"/>
            <a:ext cx="785495" cy="1405890"/>
          </a:xfrm>
          <a:custGeom>
            <a:avLst/>
            <a:gdLst>
              <a:gd name="connsiteX0" fmla="*/ 0 w 1237"/>
              <a:gd name="connsiteY0" fmla="*/ 2214 h 2214"/>
              <a:gd name="connsiteX1" fmla="*/ 0 w 1237"/>
              <a:gd name="connsiteY1" fmla="*/ 2192 h 2214"/>
              <a:gd name="connsiteX2" fmla="*/ 1165 w 1237"/>
              <a:gd name="connsiteY2" fmla="*/ 44 h 2214"/>
              <a:gd name="connsiteX3" fmla="*/ 1237 w 1237"/>
              <a:gd name="connsiteY3" fmla="*/ 0 h 2214"/>
            </a:gdLst>
            <a:ahLst/>
            <a:cxnLst>
              <a:cxn ang="0">
                <a:pos x="connsiteX0" y="connsiteY0"/>
              </a:cxn>
              <a:cxn ang="0">
                <a:pos x="connsiteX1" y="connsiteY1"/>
              </a:cxn>
              <a:cxn ang="0">
                <a:pos x="connsiteX2" y="connsiteY2"/>
              </a:cxn>
              <a:cxn ang="0">
                <a:pos x="connsiteX3" y="connsiteY3"/>
              </a:cxn>
            </a:cxnLst>
            <a:rect l="l" t="t" r="r" b="b"/>
            <a:pathLst>
              <a:path w="1237" h="2214">
                <a:moveTo>
                  <a:pt x="0" y="2214"/>
                </a:moveTo>
                <a:lnTo>
                  <a:pt x="0" y="2192"/>
                </a:lnTo>
                <a:cubicBezTo>
                  <a:pt x="14" y="1298"/>
                  <a:pt x="473" y="511"/>
                  <a:pt x="1165" y="44"/>
                </a:cubicBezTo>
                <a:lnTo>
                  <a:pt x="123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8" name="任意多边形: 形状 57"/>
          <p:cNvSpPr/>
          <p:nvPr userDrawn="1">
            <p:custDataLst>
              <p:tags r:id="rId34"/>
            </p:custDataLst>
          </p:nvPr>
        </p:nvSpPr>
        <p:spPr>
          <a:xfrm rot="11094256">
            <a:off x="50800" y="-32385"/>
            <a:ext cx="648335" cy="1219200"/>
          </a:xfrm>
          <a:custGeom>
            <a:avLst/>
            <a:gdLst>
              <a:gd name="connsiteX0" fmla="*/ 0 w 1021"/>
              <a:gd name="connsiteY0" fmla="*/ 1920 h 1920"/>
              <a:gd name="connsiteX1" fmla="*/ 45 w 1021"/>
              <a:gd name="connsiteY1" fmla="*/ 1476 h 1920"/>
              <a:gd name="connsiteX2" fmla="*/ 872 w 1021"/>
              <a:gd name="connsiteY2" fmla="*/ 103 h 1920"/>
              <a:gd name="connsiteX3" fmla="*/ 1021 w 1021"/>
              <a:gd name="connsiteY3" fmla="*/ 0 h 1920"/>
            </a:gdLst>
            <a:ahLst/>
            <a:cxnLst>
              <a:cxn ang="0">
                <a:pos x="connsiteX0" y="connsiteY0"/>
              </a:cxn>
              <a:cxn ang="0">
                <a:pos x="connsiteX1" y="connsiteY1"/>
              </a:cxn>
              <a:cxn ang="0">
                <a:pos x="connsiteX2" y="connsiteY2"/>
              </a:cxn>
              <a:cxn ang="0">
                <a:pos x="connsiteX3" y="connsiteY3"/>
              </a:cxn>
            </a:cxnLst>
            <a:rect l="l" t="t" r="r" b="b"/>
            <a:pathLst>
              <a:path w="1021" h="1920">
                <a:moveTo>
                  <a:pt x="0" y="1920"/>
                </a:moveTo>
                <a:lnTo>
                  <a:pt x="45" y="1476"/>
                </a:lnTo>
                <a:cubicBezTo>
                  <a:pt x="157" y="928"/>
                  <a:pt x="456" y="447"/>
                  <a:pt x="872" y="103"/>
                </a:cubicBezTo>
                <a:lnTo>
                  <a:pt x="10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 name="标题 1"/>
          <p:cNvSpPr>
            <a:spLocks noGrp="1"/>
          </p:cNvSpPr>
          <p:nvPr>
            <p:ph type="title" hasCustomPrompt="1"/>
            <p:custDataLst>
              <p:tags r:id="rId35"/>
            </p:custDataLst>
          </p:nvPr>
        </p:nvSpPr>
        <p:spPr>
          <a:xfrm>
            <a:off x="2178053" y="1445232"/>
            <a:ext cx="1146320" cy="1815098"/>
          </a:xfrm>
        </p:spPr>
        <p:txBody>
          <a:bodyPr vert="eaVert" wrap="square" anchor="b">
            <a:normAutofit/>
          </a:bodyPr>
          <a:lstStyle>
            <a:lvl1pPr>
              <a:defRPr sz="6600">
                <a:solidFill>
                  <a:schemeClr val="tx1"/>
                </a:solidFill>
              </a:defRPr>
            </a:lvl1pPr>
          </a:lstStyle>
          <a:p>
            <a:r>
              <a:rPr lang="zh-CN" altLang="en-US" dirty="0"/>
              <a:t>标题</a:t>
            </a:r>
            <a:endParaRPr lang="zh-CN" altLang="en-US" dirty="0"/>
          </a:p>
        </p:txBody>
      </p:sp>
      <p:sp>
        <p:nvSpPr>
          <p:cNvPr id="7" name="日期占位符 3"/>
          <p:cNvSpPr>
            <a:spLocks noGrp="1"/>
          </p:cNvSpPr>
          <p:nvPr>
            <p:ph type="dt" sz="half" idx="10"/>
            <p:custDataLst>
              <p:tags r:id="rId3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37"/>
            </p:custDataLst>
          </p:nvPr>
        </p:nvSpPr>
        <p:spPr/>
        <p:txBody>
          <a:bodyPr/>
          <a:lstStyle/>
          <a:p>
            <a:endParaRPr lang="zh-CN" altLang="en-US"/>
          </a:p>
        </p:txBody>
      </p:sp>
      <p:sp>
        <p:nvSpPr>
          <p:cNvPr id="9" name="灯片编号占位符 5"/>
          <p:cNvSpPr>
            <a:spLocks noGrp="1"/>
          </p:cNvSpPr>
          <p:nvPr>
            <p:ph type="sldNum" sz="quarter" idx="12"/>
            <p:custDataLst>
              <p:tags r:id="rId38"/>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600" y="0"/>
            <a:ext cx="12193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标题 1"/>
          <p:cNvSpPr>
            <a:spLocks noGrp="1"/>
          </p:cNvSpPr>
          <p:nvPr>
            <p:ph type="title" hasCustomPrompt="1"/>
            <p:custDataLst>
              <p:tags r:id="rId3"/>
            </p:custDataLst>
          </p:nvPr>
        </p:nvSpPr>
        <p:spPr>
          <a:xfrm>
            <a:off x="1191895" y="3217545"/>
            <a:ext cx="4293870" cy="2220595"/>
          </a:xfrm>
        </p:spPr>
        <p:txBody>
          <a:bodyPr wrap="square" anchor="t" anchorCtr="0">
            <a:normAutofit/>
          </a:bodyPr>
          <a:lstStyle>
            <a:lvl1pPr algn="l">
              <a:defRPr sz="4800">
                <a:solidFill>
                  <a:schemeClr val="tx1">
                    <a:lumMod val="85000"/>
                    <a:lumOff val="15000"/>
                  </a:schemeClr>
                </a:solidFill>
              </a:defRPr>
            </a:lvl1pPr>
          </a:lstStyle>
          <a:p>
            <a:r>
              <a:rPr lang="zh-CN" altLang="en-US" dirty="0"/>
              <a:t>单击此处编辑母版标题</a:t>
            </a:r>
            <a:endParaRPr lang="zh-CN" altLang="en-US" dirty="0"/>
          </a:p>
        </p:txBody>
      </p:sp>
      <p:sp>
        <p:nvSpPr>
          <p:cNvPr id="8" name="节编号 3"/>
          <p:cNvSpPr>
            <a:spLocks noGrp="1"/>
          </p:cNvSpPr>
          <p:nvPr>
            <p:ph type="body" sz="quarter" idx="13" hasCustomPrompt="1"/>
            <p:custDataLst>
              <p:tags r:id="rId4"/>
            </p:custDataLst>
          </p:nvPr>
        </p:nvSpPr>
        <p:spPr>
          <a:xfrm>
            <a:off x="1190625" y="1855094"/>
            <a:ext cx="4264546" cy="1224000"/>
          </a:xfrm>
        </p:spPr>
        <p:txBody>
          <a:bodyPr wrap="none" anchor="ctr">
            <a:normAutofit/>
          </a:bodyPr>
          <a:lstStyle>
            <a:lvl1pPr marL="0" indent="0" algn="l">
              <a:buNone/>
              <a:defRPr sz="5400" b="1">
                <a:solidFill>
                  <a:schemeClr val="accent1"/>
                </a:solidFill>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6"/>
            </p:custDataLst>
          </p:nvPr>
        </p:nvSpPr>
        <p:spPr/>
        <p:txBody>
          <a:bodyPr/>
          <a:lstStyle/>
          <a:p>
            <a:endParaRPr lang="zh-CN" altLang="en-US"/>
          </a:p>
        </p:txBody>
      </p:sp>
      <p:sp>
        <p:nvSpPr>
          <p:cNvPr id="6"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12" name="任意多边形: 形状 11"/>
          <p:cNvSpPr>
            <a:spLocks noChangeAspect="1"/>
          </p:cNvSpPr>
          <p:nvPr userDrawn="1">
            <p:custDataLst>
              <p:tags r:id="rId8"/>
            </p:custDataLst>
          </p:nvPr>
        </p:nvSpPr>
        <p:spPr>
          <a:xfrm rot="6722498">
            <a:off x="6744335" y="3182620"/>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 name="任意多边形: 形状 12"/>
          <p:cNvSpPr>
            <a:spLocks noChangeAspect="1"/>
          </p:cNvSpPr>
          <p:nvPr userDrawn="1">
            <p:custDataLst>
              <p:tags r:id="rId9"/>
            </p:custDataLst>
          </p:nvPr>
        </p:nvSpPr>
        <p:spPr>
          <a:xfrm rot="6722498">
            <a:off x="7098665" y="422656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4" name="任意多边形: 形状 13"/>
          <p:cNvSpPr>
            <a:spLocks noChangeAspect="1"/>
          </p:cNvSpPr>
          <p:nvPr userDrawn="1">
            <p:custDataLst>
              <p:tags r:id="rId10"/>
            </p:custDataLst>
          </p:nvPr>
        </p:nvSpPr>
        <p:spPr>
          <a:xfrm rot="6722498">
            <a:off x="10613390" y="1965960"/>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5" name="任意多边形: 形状 14"/>
          <p:cNvSpPr>
            <a:spLocks noChangeAspect="1"/>
          </p:cNvSpPr>
          <p:nvPr userDrawn="1">
            <p:custDataLst>
              <p:tags r:id="rId11"/>
            </p:custDataLst>
          </p:nvPr>
        </p:nvSpPr>
        <p:spPr>
          <a:xfrm rot="6722498">
            <a:off x="8493760" y="160909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6" name="任意多边形: 形状 15"/>
          <p:cNvSpPr>
            <a:spLocks noChangeAspect="1"/>
          </p:cNvSpPr>
          <p:nvPr userDrawn="1">
            <p:custDataLst>
              <p:tags r:id="rId12"/>
            </p:custDataLst>
          </p:nvPr>
        </p:nvSpPr>
        <p:spPr>
          <a:xfrm rot="6722498">
            <a:off x="8245475" y="1659890"/>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userDrawn="1">
            <p:custDataLst>
              <p:tags r:id="rId13"/>
            </p:custDataLst>
          </p:nvPr>
        </p:nvSpPr>
        <p:spPr>
          <a:xfrm rot="6722498">
            <a:off x="7654290" y="188023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8" name="任意多边形: 形状 17"/>
          <p:cNvSpPr>
            <a:spLocks noChangeAspect="1"/>
          </p:cNvSpPr>
          <p:nvPr userDrawn="1">
            <p:custDataLst>
              <p:tags r:id="rId14"/>
            </p:custDataLst>
          </p:nvPr>
        </p:nvSpPr>
        <p:spPr>
          <a:xfrm rot="6722498">
            <a:off x="7506335" y="1964690"/>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p:nvPr userDrawn="1">
            <p:custDataLst>
              <p:tags r:id="rId15"/>
            </p:custDataLst>
          </p:nvPr>
        </p:nvSpPr>
        <p:spPr>
          <a:xfrm rot="6722498">
            <a:off x="9504045" y="1605915"/>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0" name="任意多边形: 形状 19"/>
          <p:cNvSpPr/>
          <p:nvPr userDrawn="1">
            <p:custDataLst>
              <p:tags r:id="rId16"/>
            </p:custDataLst>
          </p:nvPr>
        </p:nvSpPr>
        <p:spPr>
          <a:xfrm rot="6722498">
            <a:off x="10022840" y="171577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1" name="任意多边形: 形状 20"/>
          <p:cNvSpPr/>
          <p:nvPr userDrawn="1">
            <p:custDataLst>
              <p:tags r:id="rId17"/>
            </p:custDataLst>
          </p:nvPr>
        </p:nvSpPr>
        <p:spPr>
          <a:xfrm rot="6722498">
            <a:off x="9123680" y="1576705"/>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2" name="任意多边形: 形状 21"/>
          <p:cNvSpPr/>
          <p:nvPr userDrawn="1">
            <p:custDataLst>
              <p:tags r:id="rId18"/>
            </p:custDataLst>
          </p:nvPr>
        </p:nvSpPr>
        <p:spPr>
          <a:xfrm rot="6722498">
            <a:off x="8778875" y="158051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3" name="任意多边形: 形状 22"/>
          <p:cNvSpPr/>
          <p:nvPr userDrawn="1">
            <p:custDataLst>
              <p:tags r:id="rId19"/>
            </p:custDataLst>
          </p:nvPr>
        </p:nvSpPr>
        <p:spPr>
          <a:xfrm rot="6722498">
            <a:off x="8034020" y="17202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4" name="任意多边形: 形状 23"/>
          <p:cNvSpPr/>
          <p:nvPr userDrawn="1">
            <p:custDataLst>
              <p:tags r:id="rId20"/>
            </p:custDataLst>
          </p:nvPr>
        </p:nvSpPr>
        <p:spPr>
          <a:xfrm rot="6722498">
            <a:off x="7843520" y="1791970"/>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5" name="任意多边形: 形状 24"/>
          <p:cNvSpPr/>
          <p:nvPr userDrawn="1">
            <p:custDataLst>
              <p:tags r:id="rId21"/>
            </p:custDataLst>
          </p:nvPr>
        </p:nvSpPr>
        <p:spPr>
          <a:xfrm rot="6722498">
            <a:off x="7368540" y="2054860"/>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6" name="任意多边形: 形状 25"/>
          <p:cNvSpPr/>
          <p:nvPr userDrawn="1">
            <p:custDataLst>
              <p:tags r:id="rId22"/>
            </p:custDataLst>
          </p:nvPr>
        </p:nvSpPr>
        <p:spPr>
          <a:xfrm rot="6722498">
            <a:off x="7244080" y="214757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userDrawn="1">
            <p:custDataLst>
              <p:tags r:id="rId23"/>
            </p:custDataLst>
          </p:nvPr>
        </p:nvSpPr>
        <p:spPr>
          <a:xfrm rot="6722498">
            <a:off x="7138035" y="2240915"/>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userDrawn="1">
            <p:custDataLst>
              <p:tags r:id="rId24"/>
            </p:custDataLst>
          </p:nvPr>
        </p:nvSpPr>
        <p:spPr>
          <a:xfrm rot="6722498">
            <a:off x="7052310" y="2334260"/>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userDrawn="1">
            <p:custDataLst>
              <p:tags r:id="rId25"/>
            </p:custDataLst>
          </p:nvPr>
        </p:nvSpPr>
        <p:spPr>
          <a:xfrm rot="6722498">
            <a:off x="6969760" y="2439670"/>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userDrawn="1">
            <p:custDataLst>
              <p:tags r:id="rId26"/>
            </p:custDataLst>
          </p:nvPr>
        </p:nvSpPr>
        <p:spPr>
          <a:xfrm rot="6722498">
            <a:off x="6906895" y="2534920"/>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userDrawn="1">
            <p:custDataLst>
              <p:tags r:id="rId27"/>
            </p:custDataLst>
          </p:nvPr>
        </p:nvSpPr>
        <p:spPr>
          <a:xfrm rot="6722498">
            <a:off x="6858000" y="2629535"/>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userDrawn="1">
            <p:custDataLst>
              <p:tags r:id="rId28"/>
            </p:custDataLst>
          </p:nvPr>
        </p:nvSpPr>
        <p:spPr>
          <a:xfrm rot="6722498">
            <a:off x="6817360" y="2727960"/>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userDrawn="1">
            <p:custDataLst>
              <p:tags r:id="rId29"/>
            </p:custDataLst>
          </p:nvPr>
        </p:nvSpPr>
        <p:spPr>
          <a:xfrm rot="6722498">
            <a:off x="6788150" y="281876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userDrawn="1">
            <p:custDataLst>
              <p:tags r:id="rId30"/>
            </p:custDataLst>
          </p:nvPr>
        </p:nvSpPr>
        <p:spPr>
          <a:xfrm rot="6722498">
            <a:off x="6768465" y="2905125"/>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userDrawn="1">
            <p:custDataLst>
              <p:tags r:id="rId31"/>
            </p:custDataLst>
          </p:nvPr>
        </p:nvSpPr>
        <p:spPr>
          <a:xfrm rot="6722498">
            <a:off x="6753860" y="299339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userDrawn="1">
            <p:custDataLst>
              <p:tags r:id="rId32"/>
            </p:custDataLst>
          </p:nvPr>
        </p:nvSpPr>
        <p:spPr>
          <a:xfrm rot="6722498">
            <a:off x="6746240" y="3090545"/>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userDrawn="1">
            <p:custDataLst>
              <p:tags r:id="rId33"/>
            </p:custDataLst>
          </p:nvPr>
        </p:nvSpPr>
        <p:spPr>
          <a:xfrm rot="6722498">
            <a:off x="6750685" y="327469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userDrawn="1">
            <p:custDataLst>
              <p:tags r:id="rId34"/>
            </p:custDataLst>
          </p:nvPr>
        </p:nvSpPr>
        <p:spPr>
          <a:xfrm rot="6722498">
            <a:off x="6760210" y="336550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userDrawn="1">
            <p:custDataLst>
              <p:tags r:id="rId35"/>
            </p:custDataLst>
          </p:nvPr>
        </p:nvSpPr>
        <p:spPr>
          <a:xfrm rot="6722498">
            <a:off x="6983095" y="4025265"/>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userDrawn="1">
            <p:custDataLst>
              <p:tags r:id="rId36"/>
            </p:custDataLst>
          </p:nvPr>
        </p:nvSpPr>
        <p:spPr>
          <a:xfrm rot="6722498">
            <a:off x="7042150" y="4137025"/>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userDrawn="1">
            <p:custDataLst>
              <p:tags r:id="rId37"/>
            </p:custDataLst>
          </p:nvPr>
        </p:nvSpPr>
        <p:spPr>
          <a:xfrm rot="6722498">
            <a:off x="6888480" y="3819525"/>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userDrawn="1">
            <p:custDataLst>
              <p:tags r:id="rId38"/>
            </p:custDataLst>
          </p:nvPr>
        </p:nvSpPr>
        <p:spPr>
          <a:xfrm rot="6722498">
            <a:off x="6930390" y="392049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userDrawn="1">
            <p:custDataLst>
              <p:tags r:id="rId39"/>
            </p:custDataLst>
          </p:nvPr>
        </p:nvSpPr>
        <p:spPr>
          <a:xfrm rot="6722498">
            <a:off x="6823075" y="3637280"/>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userDrawn="1">
            <p:custDataLst>
              <p:tags r:id="rId40"/>
            </p:custDataLst>
          </p:nvPr>
        </p:nvSpPr>
        <p:spPr>
          <a:xfrm rot="6722498">
            <a:off x="6853555" y="373189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userDrawn="1">
            <p:custDataLst>
              <p:tags r:id="rId41"/>
            </p:custDataLst>
          </p:nvPr>
        </p:nvSpPr>
        <p:spPr>
          <a:xfrm rot="6722498">
            <a:off x="6777355" y="345757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userDrawn="1">
            <p:custDataLst>
              <p:tags r:id="rId42"/>
            </p:custDataLst>
          </p:nvPr>
        </p:nvSpPr>
        <p:spPr>
          <a:xfrm rot="6722498">
            <a:off x="6796405" y="3547745"/>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 name="任意多边形: 形状 10"/>
          <p:cNvSpPr>
            <a:spLocks noChangeAspect="1"/>
          </p:cNvSpPr>
          <p:nvPr userDrawn="1">
            <p:custDataLst>
              <p:tags r:id="rId43"/>
            </p:custDataLst>
          </p:nvPr>
        </p:nvSpPr>
        <p:spPr>
          <a:xfrm rot="6722498">
            <a:off x="7136765" y="4328795"/>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椭圆 46"/>
          <p:cNvSpPr>
            <a:spLocks noChangeAspect="1"/>
          </p:cNvSpPr>
          <p:nvPr userDrawn="1">
            <p:custDataLst>
              <p:tags r:id="rId44"/>
            </p:custDataLst>
          </p:nvPr>
        </p:nvSpPr>
        <p:spPr>
          <a:xfrm>
            <a:off x="6840335" y="1164515"/>
            <a:ext cx="1628128" cy="16281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600" y="0"/>
            <a:ext cx="12193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任意多边形: 形状 15"/>
          <p:cNvSpPr>
            <a:spLocks noChangeAspect="1"/>
          </p:cNvSpPr>
          <p:nvPr userDrawn="1">
            <p:custDataLst>
              <p:tags r:id="rId3"/>
            </p:custDataLst>
          </p:nvPr>
        </p:nvSpPr>
        <p:spPr>
          <a:xfrm rot="11361091">
            <a:off x="915670" y="1011555"/>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userDrawn="1">
            <p:custDataLst>
              <p:tags r:id="rId4"/>
            </p:custDataLst>
          </p:nvPr>
        </p:nvSpPr>
        <p:spPr>
          <a:xfrm rot="11361091">
            <a:off x="1407160" y="145669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a:spLocks noChangeAspect="1"/>
          </p:cNvSpPr>
          <p:nvPr userDrawn="1">
            <p:custDataLst>
              <p:tags r:id="rId5"/>
            </p:custDataLst>
          </p:nvPr>
        </p:nvSpPr>
        <p:spPr>
          <a:xfrm rot="11361091">
            <a:off x="3615055" y="4448810"/>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1" name="任意多边形: 形状 20"/>
          <p:cNvSpPr>
            <a:spLocks noChangeAspect="1"/>
          </p:cNvSpPr>
          <p:nvPr userDrawn="1">
            <p:custDataLst>
              <p:tags r:id="rId6"/>
            </p:custDataLst>
          </p:nvPr>
        </p:nvSpPr>
        <p:spPr>
          <a:xfrm rot="11361091">
            <a:off x="1914525" y="242697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2" name="任意多边形: 形状 21"/>
          <p:cNvSpPr>
            <a:spLocks noChangeAspect="1"/>
          </p:cNvSpPr>
          <p:nvPr userDrawn="1">
            <p:custDataLst>
              <p:tags r:id="rId7"/>
            </p:custDataLst>
          </p:nvPr>
        </p:nvSpPr>
        <p:spPr>
          <a:xfrm rot="11361091">
            <a:off x="1733550" y="2201545"/>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3" name="任意多边形: 形状 22"/>
          <p:cNvSpPr>
            <a:spLocks noChangeAspect="1"/>
          </p:cNvSpPr>
          <p:nvPr userDrawn="1">
            <p:custDataLst>
              <p:tags r:id="rId8"/>
            </p:custDataLst>
          </p:nvPr>
        </p:nvSpPr>
        <p:spPr>
          <a:xfrm rot="11361091">
            <a:off x="1326515" y="167957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5" name="任意多边形: 形状 24"/>
          <p:cNvSpPr>
            <a:spLocks noChangeAspect="1"/>
          </p:cNvSpPr>
          <p:nvPr userDrawn="1">
            <p:custDataLst>
              <p:tags r:id="rId9"/>
            </p:custDataLst>
          </p:nvPr>
        </p:nvSpPr>
        <p:spPr>
          <a:xfrm rot="11361091">
            <a:off x="1230630" y="1555115"/>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6" name="任意多边形: 形状 25"/>
          <p:cNvSpPr/>
          <p:nvPr userDrawn="1">
            <p:custDataLst>
              <p:tags r:id="rId10"/>
            </p:custDataLst>
          </p:nvPr>
        </p:nvSpPr>
        <p:spPr>
          <a:xfrm rot="11361091">
            <a:off x="2693035" y="3366770"/>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userDrawn="1">
            <p:custDataLst>
              <p:tags r:id="rId11"/>
            </p:custDataLst>
          </p:nvPr>
        </p:nvSpPr>
        <p:spPr>
          <a:xfrm rot="11361091">
            <a:off x="3121660" y="386080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userDrawn="1">
            <p:custDataLst>
              <p:tags r:id="rId12"/>
            </p:custDataLst>
          </p:nvPr>
        </p:nvSpPr>
        <p:spPr>
          <a:xfrm rot="11361091">
            <a:off x="2388870" y="3011170"/>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userDrawn="1">
            <p:custDataLst>
              <p:tags r:id="rId13"/>
            </p:custDataLst>
          </p:nvPr>
        </p:nvSpPr>
        <p:spPr>
          <a:xfrm rot="11361091">
            <a:off x="2124710" y="269049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userDrawn="1">
            <p:custDataLst>
              <p:tags r:id="rId14"/>
            </p:custDataLst>
          </p:nvPr>
        </p:nvSpPr>
        <p:spPr>
          <a:xfrm rot="11361091">
            <a:off x="1584325" y="20123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userDrawn="1">
            <p:custDataLst>
              <p:tags r:id="rId15"/>
            </p:custDataLst>
          </p:nvPr>
        </p:nvSpPr>
        <p:spPr>
          <a:xfrm rot="11361091">
            <a:off x="1452880" y="1843405"/>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userDrawn="1">
            <p:custDataLst>
              <p:tags r:id="rId16"/>
            </p:custDataLst>
          </p:nvPr>
        </p:nvSpPr>
        <p:spPr>
          <a:xfrm rot="11361091">
            <a:off x="1145540" y="1441450"/>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userDrawn="1">
            <p:custDataLst>
              <p:tags r:id="rId17"/>
            </p:custDataLst>
          </p:nvPr>
        </p:nvSpPr>
        <p:spPr>
          <a:xfrm rot="11361091">
            <a:off x="1073150" y="133858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userDrawn="1">
            <p:custDataLst>
              <p:tags r:id="rId18"/>
            </p:custDataLst>
          </p:nvPr>
        </p:nvSpPr>
        <p:spPr>
          <a:xfrm rot="11361091">
            <a:off x="1014730" y="1251585"/>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userDrawn="1">
            <p:custDataLst>
              <p:tags r:id="rId19"/>
            </p:custDataLst>
          </p:nvPr>
        </p:nvSpPr>
        <p:spPr>
          <a:xfrm rot="11361091">
            <a:off x="966470" y="1188085"/>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userDrawn="1">
            <p:custDataLst>
              <p:tags r:id="rId20"/>
            </p:custDataLst>
          </p:nvPr>
        </p:nvSpPr>
        <p:spPr>
          <a:xfrm rot="11361091">
            <a:off x="927100" y="1125855"/>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userDrawn="1">
            <p:custDataLst>
              <p:tags r:id="rId21"/>
            </p:custDataLst>
          </p:nvPr>
        </p:nvSpPr>
        <p:spPr>
          <a:xfrm rot="11361091">
            <a:off x="902335" y="1078865"/>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userDrawn="1">
            <p:custDataLst>
              <p:tags r:id="rId22"/>
            </p:custDataLst>
          </p:nvPr>
        </p:nvSpPr>
        <p:spPr>
          <a:xfrm rot="11361091">
            <a:off x="882650" y="1047750"/>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userDrawn="1">
            <p:custDataLst>
              <p:tags r:id="rId23"/>
            </p:custDataLst>
          </p:nvPr>
        </p:nvSpPr>
        <p:spPr>
          <a:xfrm rot="11361091">
            <a:off x="874395" y="1022350"/>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userDrawn="1">
            <p:custDataLst>
              <p:tags r:id="rId24"/>
            </p:custDataLst>
          </p:nvPr>
        </p:nvSpPr>
        <p:spPr>
          <a:xfrm rot="11361091">
            <a:off x="871220" y="100647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userDrawn="1">
            <p:custDataLst>
              <p:tags r:id="rId25"/>
            </p:custDataLst>
          </p:nvPr>
        </p:nvSpPr>
        <p:spPr>
          <a:xfrm rot="11361091">
            <a:off x="874395" y="999490"/>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userDrawn="1">
            <p:custDataLst>
              <p:tags r:id="rId26"/>
            </p:custDataLst>
          </p:nvPr>
        </p:nvSpPr>
        <p:spPr>
          <a:xfrm rot="11361091">
            <a:off x="882015" y="99695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userDrawn="1">
            <p:custDataLst>
              <p:tags r:id="rId27"/>
            </p:custDataLst>
          </p:nvPr>
        </p:nvSpPr>
        <p:spPr>
          <a:xfrm rot="11361091">
            <a:off x="897255" y="1002030"/>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userDrawn="1">
            <p:custDataLst>
              <p:tags r:id="rId28"/>
            </p:custDataLst>
          </p:nvPr>
        </p:nvSpPr>
        <p:spPr>
          <a:xfrm rot="11361091">
            <a:off x="939800" y="102806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userDrawn="1">
            <p:custDataLst>
              <p:tags r:id="rId29"/>
            </p:custDataLst>
          </p:nvPr>
        </p:nvSpPr>
        <p:spPr>
          <a:xfrm rot="11361091">
            <a:off x="965200" y="104775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userDrawn="1">
            <p:custDataLst>
              <p:tags r:id="rId30"/>
            </p:custDataLst>
          </p:nvPr>
        </p:nvSpPr>
        <p:spPr>
          <a:xfrm rot="11361091">
            <a:off x="1276985" y="1327785"/>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任意多边形: 形状 46"/>
          <p:cNvSpPr/>
          <p:nvPr userDrawn="1">
            <p:custDataLst>
              <p:tags r:id="rId31"/>
            </p:custDataLst>
          </p:nvPr>
        </p:nvSpPr>
        <p:spPr>
          <a:xfrm rot="11361091">
            <a:off x="1344295" y="1395730"/>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userDrawn="1">
            <p:custDataLst>
              <p:tags r:id="rId32"/>
            </p:custDataLst>
          </p:nvPr>
        </p:nvSpPr>
        <p:spPr>
          <a:xfrm rot="11361091">
            <a:off x="1160145" y="1217930"/>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userDrawn="1">
            <p:custDataLst>
              <p:tags r:id="rId33"/>
            </p:custDataLst>
          </p:nvPr>
        </p:nvSpPr>
        <p:spPr>
          <a:xfrm rot="11361091">
            <a:off x="1212215" y="127000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0" name="任意多边形: 形状 49"/>
          <p:cNvSpPr/>
          <p:nvPr userDrawn="1">
            <p:custDataLst>
              <p:tags r:id="rId34"/>
            </p:custDataLst>
          </p:nvPr>
        </p:nvSpPr>
        <p:spPr>
          <a:xfrm rot="11361091">
            <a:off x="1071880" y="1137285"/>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userDrawn="1">
            <p:custDataLst>
              <p:tags r:id="rId35"/>
            </p:custDataLst>
          </p:nvPr>
        </p:nvSpPr>
        <p:spPr>
          <a:xfrm rot="11361091">
            <a:off x="1112520" y="117792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userDrawn="1">
            <p:custDataLst>
              <p:tags r:id="rId36"/>
            </p:custDataLst>
          </p:nvPr>
        </p:nvSpPr>
        <p:spPr>
          <a:xfrm rot="11361091">
            <a:off x="998855" y="107378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3" name="任意多边形: 形状 52"/>
          <p:cNvSpPr/>
          <p:nvPr userDrawn="1">
            <p:custDataLst>
              <p:tags r:id="rId37"/>
            </p:custDataLst>
          </p:nvPr>
        </p:nvSpPr>
        <p:spPr>
          <a:xfrm rot="11361091">
            <a:off x="1031240" y="1103630"/>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5" name="任意多边形: 形状 14"/>
          <p:cNvSpPr>
            <a:spLocks noChangeAspect="1"/>
          </p:cNvSpPr>
          <p:nvPr userDrawn="1">
            <p:custDataLst>
              <p:tags r:id="rId38"/>
            </p:custDataLst>
          </p:nvPr>
        </p:nvSpPr>
        <p:spPr>
          <a:xfrm rot="11361091">
            <a:off x="1460500" y="1511300"/>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a:spLocks noChangeAspect="1"/>
          </p:cNvSpPr>
          <p:nvPr userDrawn="1">
            <p:custDataLst>
              <p:tags r:id="rId39"/>
            </p:custDataLst>
          </p:nvPr>
        </p:nvSpPr>
        <p:spPr>
          <a:xfrm flipH="1">
            <a:off x="0" y="1895767"/>
            <a:ext cx="1493592" cy="3066466"/>
          </a:xfrm>
          <a:custGeom>
            <a:avLst/>
            <a:gdLst>
              <a:gd name="connsiteX0" fmla="*/ 1493592 w 1493592"/>
              <a:gd name="connsiteY0" fmla="*/ 0 h 3066466"/>
              <a:gd name="connsiteX1" fmla="*/ 1227781 w 1493592"/>
              <a:gd name="connsiteY1" fmla="*/ 26796 h 3066466"/>
              <a:gd name="connsiteX2" fmla="*/ 0 w 1493592"/>
              <a:gd name="connsiteY2" fmla="*/ 1533233 h 3066466"/>
              <a:gd name="connsiteX3" fmla="*/ 1227781 w 1493592"/>
              <a:gd name="connsiteY3" fmla="*/ 3039670 h 3066466"/>
              <a:gd name="connsiteX4" fmla="*/ 1493592 w 1493592"/>
              <a:gd name="connsiteY4" fmla="*/ 3066466 h 30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592" h="3066466">
                <a:moveTo>
                  <a:pt x="1493592" y="0"/>
                </a:moveTo>
                <a:lnTo>
                  <a:pt x="1227781" y="26796"/>
                </a:lnTo>
                <a:cubicBezTo>
                  <a:pt x="527088" y="170179"/>
                  <a:pt x="0" y="790152"/>
                  <a:pt x="0" y="1533233"/>
                </a:cubicBezTo>
                <a:cubicBezTo>
                  <a:pt x="0" y="2276315"/>
                  <a:pt x="527088" y="2896288"/>
                  <a:pt x="1227781" y="3039670"/>
                </a:cubicBezTo>
                <a:lnTo>
                  <a:pt x="1493592" y="3066466"/>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ctrTitle" hasCustomPrompt="1"/>
            <p:custDataLst>
              <p:tags r:id="rId40"/>
            </p:custDataLst>
          </p:nvPr>
        </p:nvSpPr>
        <p:spPr>
          <a:xfrm>
            <a:off x="5724428" y="2081756"/>
            <a:ext cx="5101738" cy="1384397"/>
          </a:xfrm>
        </p:spPr>
        <p:txBody>
          <a:bodyPr wrap="square" anchor="b">
            <a:normAutofit/>
          </a:bodyPr>
          <a:lstStyle>
            <a:lvl1pPr algn="r">
              <a:lnSpc>
                <a:spcPct val="100000"/>
              </a:lnSpc>
              <a:defRPr sz="6600">
                <a:solidFill>
                  <a:schemeClr val="tx1"/>
                </a:solidFill>
              </a:defRPr>
            </a:lvl1pPr>
          </a:lstStyle>
          <a:p>
            <a:r>
              <a:rPr lang="zh-CN" altLang="en-US" dirty="0"/>
              <a:t>编辑母版标题</a:t>
            </a:r>
            <a:endParaRPr lang="zh-CN" altLang="en-US" dirty="0"/>
          </a:p>
        </p:txBody>
      </p:sp>
      <p:sp>
        <p:nvSpPr>
          <p:cNvPr id="3" name="副标题 2"/>
          <p:cNvSpPr>
            <a:spLocks noGrp="1"/>
          </p:cNvSpPr>
          <p:nvPr>
            <p:ph type="subTitle" idx="1" hasCustomPrompt="1"/>
            <p:custDataLst>
              <p:tags r:id="rId41"/>
            </p:custDataLst>
          </p:nvPr>
        </p:nvSpPr>
        <p:spPr>
          <a:xfrm>
            <a:off x="5724428" y="3655377"/>
            <a:ext cx="5101738" cy="972000"/>
          </a:xfrm>
        </p:spPr>
        <p:txBody>
          <a:bodyPr wrap="square">
            <a:normAutofit/>
          </a:bodyPr>
          <a:lstStyle>
            <a:lvl1pPr marL="0" indent="0" algn="r">
              <a:lnSpc>
                <a:spcPct val="100000"/>
              </a:lnSpc>
              <a:buNone/>
              <a:defRPr sz="4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42"/>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3"/>
            </p:custDataLst>
          </p:nvPr>
        </p:nvSpPr>
        <p:spPr/>
        <p:txBody>
          <a:bodyPr/>
          <a:lstStyle/>
          <a:p>
            <a:endParaRPr lang="zh-CN" altLang="en-US"/>
          </a:p>
        </p:txBody>
      </p:sp>
      <p:sp>
        <p:nvSpPr>
          <p:cNvPr id="6" name="灯片编号占位符 5"/>
          <p:cNvSpPr>
            <a:spLocks noGrp="1"/>
          </p:cNvSpPr>
          <p:nvPr>
            <p:ph type="sldNum" sz="quarter" idx="12"/>
            <p:custDataLst>
              <p:tags r:id="rId44"/>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45"/>
            </p:custDataLst>
          </p:nvPr>
        </p:nvSpPr>
        <p:spPr>
          <a:xfrm>
            <a:off x="7946166" y="822786"/>
            <a:ext cx="2880000" cy="504000"/>
          </a:xfrm>
        </p:spPr>
        <p:txBody>
          <a:bodyPr wrap="square" anchor="ctr">
            <a:normAutofit/>
          </a:bodyPr>
          <a:lstStyle>
            <a:lvl1pPr marL="0" indent="0" algn="r">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46"/>
            </p:custDataLst>
          </p:nvPr>
        </p:nvSpPr>
        <p:spPr>
          <a:xfrm>
            <a:off x="7946166" y="5399597"/>
            <a:ext cx="2880000" cy="504000"/>
          </a:xfrm>
        </p:spPr>
        <p:txBody>
          <a:bodyPr wrap="square" anchor="ctr">
            <a:normAutofit/>
          </a:bodyPr>
          <a:lstStyle>
            <a:lvl1pPr marL="0" indent="0" algn="r">
              <a:lnSpc>
                <a:spcPct val="100000"/>
              </a:lnSpc>
              <a:buNone/>
              <a:defRPr sz="2000" b="1">
                <a:solidFill>
                  <a:schemeClr val="tx1">
                    <a:lumMod val="85000"/>
                    <a:lumOff val="15000"/>
                  </a:schemeClr>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1" Type="http://schemas.openxmlformats.org/officeDocument/2006/relationships/theme" Target="../theme/theme2.xml"/><Relationship Id="rId50" Type="http://schemas.openxmlformats.org/officeDocument/2006/relationships/tags" Target="../tags/tag243.xml"/><Relationship Id="rId5" Type="http://schemas.openxmlformats.org/officeDocument/2006/relationships/slideLayout" Target="../slideLayouts/slideLayout16.xml"/><Relationship Id="rId49" Type="http://schemas.openxmlformats.org/officeDocument/2006/relationships/tags" Target="../tags/tag242.xml"/><Relationship Id="rId48" Type="http://schemas.openxmlformats.org/officeDocument/2006/relationships/tags" Target="../tags/tag241.xml"/><Relationship Id="rId47" Type="http://schemas.openxmlformats.org/officeDocument/2006/relationships/tags" Target="../tags/tag240.xml"/><Relationship Id="rId46" Type="http://schemas.openxmlformats.org/officeDocument/2006/relationships/tags" Target="../tags/tag239.xml"/><Relationship Id="rId45" Type="http://schemas.openxmlformats.org/officeDocument/2006/relationships/tags" Target="../tags/tag238.xml"/><Relationship Id="rId44" Type="http://schemas.openxmlformats.org/officeDocument/2006/relationships/tags" Target="../tags/tag237.xml"/><Relationship Id="rId43" Type="http://schemas.openxmlformats.org/officeDocument/2006/relationships/tags" Target="../tags/tag236.xml"/><Relationship Id="rId42" Type="http://schemas.openxmlformats.org/officeDocument/2006/relationships/tags" Target="../tags/tag235.xml"/><Relationship Id="rId41" Type="http://schemas.openxmlformats.org/officeDocument/2006/relationships/tags" Target="../tags/tag234.xml"/><Relationship Id="rId40" Type="http://schemas.openxmlformats.org/officeDocument/2006/relationships/tags" Target="../tags/tag233.xml"/><Relationship Id="rId4" Type="http://schemas.openxmlformats.org/officeDocument/2006/relationships/slideLayout" Target="../slideLayouts/slideLayout15.xml"/><Relationship Id="rId39" Type="http://schemas.openxmlformats.org/officeDocument/2006/relationships/tags" Target="../tags/tag232.xml"/><Relationship Id="rId38" Type="http://schemas.openxmlformats.org/officeDocument/2006/relationships/tags" Target="../tags/tag231.xml"/><Relationship Id="rId37" Type="http://schemas.openxmlformats.org/officeDocument/2006/relationships/tags" Target="../tags/tag230.xml"/><Relationship Id="rId36" Type="http://schemas.openxmlformats.org/officeDocument/2006/relationships/tags" Target="../tags/tag229.xml"/><Relationship Id="rId35" Type="http://schemas.openxmlformats.org/officeDocument/2006/relationships/tags" Target="../tags/tag228.xml"/><Relationship Id="rId34" Type="http://schemas.openxmlformats.org/officeDocument/2006/relationships/tags" Target="../tags/tag227.xml"/><Relationship Id="rId33" Type="http://schemas.openxmlformats.org/officeDocument/2006/relationships/tags" Target="../tags/tag226.xml"/><Relationship Id="rId32" Type="http://schemas.openxmlformats.org/officeDocument/2006/relationships/tags" Target="../tags/tag225.xml"/><Relationship Id="rId31" Type="http://schemas.openxmlformats.org/officeDocument/2006/relationships/tags" Target="../tags/tag224.xml"/><Relationship Id="rId30" Type="http://schemas.openxmlformats.org/officeDocument/2006/relationships/tags" Target="../tags/tag223.xml"/><Relationship Id="rId3" Type="http://schemas.openxmlformats.org/officeDocument/2006/relationships/slideLayout" Target="../slideLayouts/slideLayout14.xml"/><Relationship Id="rId29" Type="http://schemas.openxmlformats.org/officeDocument/2006/relationships/tags" Target="../tags/tag222.xml"/><Relationship Id="rId28" Type="http://schemas.openxmlformats.org/officeDocument/2006/relationships/tags" Target="../tags/tag221.xml"/><Relationship Id="rId27" Type="http://schemas.openxmlformats.org/officeDocument/2006/relationships/tags" Target="../tags/tag220.xml"/><Relationship Id="rId26" Type="http://schemas.openxmlformats.org/officeDocument/2006/relationships/tags" Target="../tags/tag219.xml"/><Relationship Id="rId25" Type="http://schemas.openxmlformats.org/officeDocument/2006/relationships/tags" Target="../tags/tag218.xml"/><Relationship Id="rId24" Type="http://schemas.openxmlformats.org/officeDocument/2006/relationships/tags" Target="../tags/tag217.xml"/><Relationship Id="rId23" Type="http://schemas.openxmlformats.org/officeDocument/2006/relationships/tags" Target="../tags/tag216.xml"/><Relationship Id="rId22" Type="http://schemas.openxmlformats.org/officeDocument/2006/relationships/tags" Target="../tags/tag215.xml"/><Relationship Id="rId21" Type="http://schemas.openxmlformats.org/officeDocument/2006/relationships/tags" Target="../tags/tag214.xml"/><Relationship Id="rId20" Type="http://schemas.openxmlformats.org/officeDocument/2006/relationships/tags" Target="../tags/tag213.xml"/><Relationship Id="rId2" Type="http://schemas.openxmlformats.org/officeDocument/2006/relationships/slideLayout" Target="../slideLayouts/slideLayout13.xml"/><Relationship Id="rId19" Type="http://schemas.openxmlformats.org/officeDocument/2006/relationships/tags" Target="../tags/tag212.xml"/><Relationship Id="rId18" Type="http://schemas.openxmlformats.org/officeDocument/2006/relationships/tags" Target="../tags/tag211.xml"/><Relationship Id="rId17" Type="http://schemas.openxmlformats.org/officeDocument/2006/relationships/tags" Target="../tags/tag210.xml"/><Relationship Id="rId16" Type="http://schemas.openxmlformats.org/officeDocument/2006/relationships/tags" Target="../tags/tag209.xml"/><Relationship Id="rId15" Type="http://schemas.openxmlformats.org/officeDocument/2006/relationships/tags" Target="../tags/tag208.xml"/><Relationship Id="rId14" Type="http://schemas.openxmlformats.org/officeDocument/2006/relationships/tags" Target="../tags/tag207.xml"/><Relationship Id="rId13" Type="http://schemas.openxmlformats.org/officeDocument/2006/relationships/tags" Target="../tags/tag206.xml"/><Relationship Id="rId12" Type="http://schemas.openxmlformats.org/officeDocument/2006/relationships/tags" Target="../tags/tag20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1" name="任意多边形: 形状 80"/>
          <p:cNvSpPr>
            <a:spLocks noChangeAspect="1"/>
          </p:cNvSpPr>
          <p:nvPr userDrawn="1">
            <p:custDataLst>
              <p:tags r:id="rId17"/>
            </p:custDataLst>
          </p:nvPr>
        </p:nvSpPr>
        <p:spPr>
          <a:xfrm rot="10505744" flipH="1">
            <a:off x="10573385" y="-62230"/>
            <a:ext cx="1544955" cy="1835785"/>
          </a:xfrm>
          <a:custGeom>
            <a:avLst/>
            <a:gdLst>
              <a:gd name="connsiteX0" fmla="*/ 2792134 w 2862847"/>
              <a:gd name="connsiteY0" fmla="*/ 114232 h 1836002"/>
              <a:gd name="connsiteX1" fmla="*/ 2862847 w 2862847"/>
              <a:gd name="connsiteY1" fmla="*/ 38959 h 1836002"/>
              <a:gd name="connsiteX2" fmla="*/ 2783173 w 2862847"/>
              <a:gd name="connsiteY2" fmla="*/ 9795 h 1836002"/>
              <a:gd name="connsiteX3" fmla="*/ 0 w 2862847"/>
              <a:gd name="connsiteY3" fmla="*/ 1836002 h 1836002"/>
              <a:gd name="connsiteX4" fmla="*/ 1277648 w 2862847"/>
              <a:gd name="connsiteY4" fmla="*/ 1726373 h 1836002"/>
              <a:gd name="connsiteX5" fmla="*/ 1658115 w 2862847"/>
              <a:gd name="connsiteY5" fmla="*/ 1321373 h 1836002"/>
              <a:gd name="connsiteX6" fmla="*/ 1544734 w 2862847"/>
              <a:gd name="connsiteY6" fmla="*/ 0 h 1836002"/>
              <a:gd name="connsiteX7" fmla="*/ 1397073 w 2862847"/>
              <a:gd name="connsiteY7" fmla="*/ 39891 h 1836002"/>
              <a:gd name="connsiteX8" fmla="*/ 32427 w 2862847"/>
              <a:gd name="connsiteY8" fmla="*/ 1623501 h 1836002"/>
              <a:gd name="connsiteX0-1" fmla="*/ 2792134 w 2792134"/>
              <a:gd name="connsiteY0-2" fmla="*/ 114232 h 1836002"/>
              <a:gd name="connsiteX1-3" fmla="*/ 2783173 w 2792134"/>
              <a:gd name="connsiteY1-4" fmla="*/ 9795 h 1836002"/>
              <a:gd name="connsiteX2-5" fmla="*/ 2792134 w 2792134"/>
              <a:gd name="connsiteY2-6" fmla="*/ 114232 h 1836002"/>
              <a:gd name="connsiteX3-7" fmla="*/ 0 w 2792134"/>
              <a:gd name="connsiteY3-8" fmla="*/ 1836002 h 1836002"/>
              <a:gd name="connsiteX4-9" fmla="*/ 1277648 w 2792134"/>
              <a:gd name="connsiteY4-10" fmla="*/ 1726373 h 1836002"/>
              <a:gd name="connsiteX5-11" fmla="*/ 1658115 w 2792134"/>
              <a:gd name="connsiteY5-12" fmla="*/ 1321373 h 1836002"/>
              <a:gd name="connsiteX6-13" fmla="*/ 1544734 w 2792134"/>
              <a:gd name="connsiteY6-14" fmla="*/ 0 h 1836002"/>
              <a:gd name="connsiteX7-15" fmla="*/ 1397073 w 2792134"/>
              <a:gd name="connsiteY7-16" fmla="*/ 39891 h 1836002"/>
              <a:gd name="connsiteX8-17" fmla="*/ 32427 w 2792134"/>
              <a:gd name="connsiteY8-18" fmla="*/ 1623501 h 1836002"/>
              <a:gd name="connsiteX9" fmla="*/ 0 w 2792134"/>
              <a:gd name="connsiteY9" fmla="*/ 1836002 h 1836002"/>
              <a:gd name="connsiteX0-19" fmla="*/ 0 w 1658115"/>
              <a:gd name="connsiteY0-20" fmla="*/ 1836002 h 1836002"/>
              <a:gd name="connsiteX1-21" fmla="*/ 1277648 w 1658115"/>
              <a:gd name="connsiteY1-22" fmla="*/ 1726373 h 1836002"/>
              <a:gd name="connsiteX2-23" fmla="*/ 1658115 w 1658115"/>
              <a:gd name="connsiteY2-24" fmla="*/ 1321373 h 1836002"/>
              <a:gd name="connsiteX3-25" fmla="*/ 1544734 w 1658115"/>
              <a:gd name="connsiteY3-26" fmla="*/ 0 h 1836002"/>
              <a:gd name="connsiteX4-27" fmla="*/ 1397073 w 1658115"/>
              <a:gd name="connsiteY4-28" fmla="*/ 39891 h 1836002"/>
              <a:gd name="connsiteX5-29" fmla="*/ 32427 w 1658115"/>
              <a:gd name="connsiteY5-30" fmla="*/ 1623501 h 1836002"/>
              <a:gd name="connsiteX6-31" fmla="*/ 0 w 1658115"/>
              <a:gd name="connsiteY6-32" fmla="*/ 1836002 h 1836002"/>
              <a:gd name="connsiteX0-33" fmla="*/ 0 w 1658115"/>
              <a:gd name="connsiteY0-34" fmla="*/ 1836002 h 1836002"/>
              <a:gd name="connsiteX1-35" fmla="*/ 1658115 w 1658115"/>
              <a:gd name="connsiteY1-36" fmla="*/ 1321373 h 1836002"/>
              <a:gd name="connsiteX2-37" fmla="*/ 1544734 w 1658115"/>
              <a:gd name="connsiteY2-38" fmla="*/ 0 h 1836002"/>
              <a:gd name="connsiteX3-39" fmla="*/ 1397073 w 1658115"/>
              <a:gd name="connsiteY3-40" fmla="*/ 39891 h 1836002"/>
              <a:gd name="connsiteX4-41" fmla="*/ 32427 w 1658115"/>
              <a:gd name="connsiteY4-42" fmla="*/ 1623501 h 1836002"/>
              <a:gd name="connsiteX5-43" fmla="*/ 0 w 1658115"/>
              <a:gd name="connsiteY5-44" fmla="*/ 1836002 h 1836002"/>
              <a:gd name="connsiteX0-45" fmla="*/ 0 w 1544734"/>
              <a:gd name="connsiteY0-46" fmla="*/ 1836002 h 1836002"/>
              <a:gd name="connsiteX1-47" fmla="*/ 1544734 w 1544734"/>
              <a:gd name="connsiteY1-48" fmla="*/ 0 h 1836002"/>
              <a:gd name="connsiteX2-49" fmla="*/ 1397073 w 1544734"/>
              <a:gd name="connsiteY2-50" fmla="*/ 39891 h 1836002"/>
              <a:gd name="connsiteX3-51" fmla="*/ 32427 w 1544734"/>
              <a:gd name="connsiteY3-52" fmla="*/ 1623501 h 1836002"/>
              <a:gd name="connsiteX4-53" fmla="*/ 0 w 1544734"/>
              <a:gd name="connsiteY4-54" fmla="*/ 1836002 h 1836002"/>
              <a:gd name="connsiteX0-55" fmla="*/ 1544734 w 1636174"/>
              <a:gd name="connsiteY0-56" fmla="*/ 0 h 1836002"/>
              <a:gd name="connsiteX1-57" fmla="*/ 1397073 w 1636174"/>
              <a:gd name="connsiteY1-58" fmla="*/ 39891 h 1836002"/>
              <a:gd name="connsiteX2-59" fmla="*/ 32427 w 1636174"/>
              <a:gd name="connsiteY2-60" fmla="*/ 1623501 h 1836002"/>
              <a:gd name="connsiteX3-61" fmla="*/ 0 w 1636174"/>
              <a:gd name="connsiteY3-62" fmla="*/ 1836002 h 1836002"/>
              <a:gd name="connsiteX4-63" fmla="*/ 1636174 w 1636174"/>
              <a:gd name="connsiteY4-64" fmla="*/ 91440 h 1836002"/>
              <a:gd name="connsiteX0-65" fmla="*/ 1544734 w 1544734"/>
              <a:gd name="connsiteY0-66" fmla="*/ 0 h 1836002"/>
              <a:gd name="connsiteX1-67" fmla="*/ 1397073 w 1544734"/>
              <a:gd name="connsiteY1-68" fmla="*/ 39891 h 1836002"/>
              <a:gd name="connsiteX2-69" fmla="*/ 32427 w 1544734"/>
              <a:gd name="connsiteY2-70" fmla="*/ 1623501 h 1836002"/>
              <a:gd name="connsiteX3-71" fmla="*/ 0 w 1544734"/>
              <a:gd name="connsiteY3-72" fmla="*/ 1836002 h 1836002"/>
            </a:gdLst>
            <a:ahLst/>
            <a:cxnLst>
              <a:cxn ang="0">
                <a:pos x="connsiteX0-1" y="connsiteY0-2"/>
              </a:cxn>
              <a:cxn ang="0">
                <a:pos x="connsiteX1-3" y="connsiteY1-4"/>
              </a:cxn>
              <a:cxn ang="0">
                <a:pos x="connsiteX2-5" y="connsiteY2-6"/>
              </a:cxn>
              <a:cxn ang="0">
                <a:pos x="connsiteX3-7" y="connsiteY3-8"/>
              </a:cxn>
            </a:cxnLst>
            <a:rect l="l" t="t" r="r" b="b"/>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1" name="任意多边形: 形状 4"/>
          <p:cNvSpPr>
            <a:spLocks noChangeAspect="1"/>
          </p:cNvSpPr>
          <p:nvPr userDrawn="1">
            <p:custDataLst>
              <p:tags r:id="rId18"/>
            </p:custDataLst>
          </p:nvPr>
        </p:nvSpPr>
        <p:spPr>
          <a:xfrm rot="10505744" flipH="1">
            <a:off x="7316470" y="3579495"/>
            <a:ext cx="1773555" cy="1884680"/>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 name="任意多边形: 形状 5"/>
          <p:cNvSpPr>
            <a:spLocks noChangeAspect="1"/>
          </p:cNvSpPr>
          <p:nvPr userDrawn="1">
            <p:custDataLst>
              <p:tags r:id="rId19"/>
            </p:custDataLst>
          </p:nvPr>
        </p:nvSpPr>
        <p:spPr>
          <a:xfrm rot="10505744" flipH="1">
            <a:off x="7383145" y="709295"/>
            <a:ext cx="4324985" cy="460946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 name="任意多边形: 形状 6"/>
          <p:cNvSpPr>
            <a:spLocks noChangeAspect="1"/>
          </p:cNvSpPr>
          <p:nvPr userDrawn="1">
            <p:custDataLst>
              <p:tags r:id="rId20"/>
            </p:custDataLst>
          </p:nvPr>
        </p:nvSpPr>
        <p:spPr>
          <a:xfrm rot="10505744" flipH="1">
            <a:off x="7543800" y="395605"/>
            <a:ext cx="4449445" cy="474091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8" name="任意多边形: 形状 127"/>
          <p:cNvSpPr>
            <a:spLocks noChangeAspect="1"/>
          </p:cNvSpPr>
          <p:nvPr userDrawn="1">
            <p:custDataLst>
              <p:tags r:id="rId21"/>
            </p:custDataLst>
          </p:nvPr>
        </p:nvSpPr>
        <p:spPr>
          <a:xfrm rot="10505744" flipH="1">
            <a:off x="8096885" y="-168275"/>
            <a:ext cx="3905250" cy="4646295"/>
          </a:xfrm>
          <a:custGeom>
            <a:avLst/>
            <a:gdLst>
              <a:gd name="connsiteX0" fmla="*/ 39 w 3954163"/>
              <a:gd name="connsiteY0" fmla="*/ 4646186 h 4646186"/>
              <a:gd name="connsiteX1" fmla="*/ 137052 w 3954163"/>
              <a:gd name="connsiteY1" fmla="*/ 4634429 h 4646186"/>
              <a:gd name="connsiteX2" fmla="*/ 3954163 w 3954163"/>
              <a:gd name="connsiteY2" fmla="*/ 567055 h 4646186"/>
              <a:gd name="connsiteX3" fmla="*/ 3905507 w 3954163"/>
              <a:gd name="connsiteY3" fmla="*/ 0 h 4646186"/>
              <a:gd name="connsiteX4" fmla="*/ 3567107 w 3954163"/>
              <a:gd name="connsiteY4" fmla="*/ 67546 h 4646186"/>
              <a:gd name="connsiteX5" fmla="*/ 0 w 3954163"/>
              <a:gd name="connsiteY5" fmla="*/ 4644643 h 4646186"/>
              <a:gd name="connsiteX0-1" fmla="*/ 3954163 w 4045603"/>
              <a:gd name="connsiteY0-2" fmla="*/ 567055 h 4646186"/>
              <a:gd name="connsiteX1-3" fmla="*/ 3905507 w 4045603"/>
              <a:gd name="connsiteY1-4" fmla="*/ 0 h 4646186"/>
              <a:gd name="connsiteX2-5" fmla="*/ 3567107 w 4045603"/>
              <a:gd name="connsiteY2-6" fmla="*/ 67546 h 4646186"/>
              <a:gd name="connsiteX3-7" fmla="*/ 0 w 4045603"/>
              <a:gd name="connsiteY3-8" fmla="*/ 4644643 h 4646186"/>
              <a:gd name="connsiteX4-9" fmla="*/ 39 w 4045603"/>
              <a:gd name="connsiteY4-10" fmla="*/ 4646186 h 4646186"/>
              <a:gd name="connsiteX5-11" fmla="*/ 137052 w 4045603"/>
              <a:gd name="connsiteY5-12" fmla="*/ 4634429 h 4646186"/>
              <a:gd name="connsiteX6" fmla="*/ 4045603 w 4045603"/>
              <a:gd name="connsiteY6" fmla="*/ 658495 h 4646186"/>
              <a:gd name="connsiteX0-13" fmla="*/ 3954163 w 3954163"/>
              <a:gd name="connsiteY0-14" fmla="*/ 567055 h 4646186"/>
              <a:gd name="connsiteX1-15" fmla="*/ 3905507 w 3954163"/>
              <a:gd name="connsiteY1-16" fmla="*/ 0 h 4646186"/>
              <a:gd name="connsiteX2-17" fmla="*/ 3567107 w 3954163"/>
              <a:gd name="connsiteY2-18" fmla="*/ 67546 h 4646186"/>
              <a:gd name="connsiteX3-19" fmla="*/ 0 w 3954163"/>
              <a:gd name="connsiteY3-20" fmla="*/ 4644643 h 4646186"/>
              <a:gd name="connsiteX4-21" fmla="*/ 39 w 3954163"/>
              <a:gd name="connsiteY4-22" fmla="*/ 4646186 h 4646186"/>
              <a:gd name="connsiteX5-23" fmla="*/ 137052 w 3954163"/>
              <a:gd name="connsiteY5-24" fmla="*/ 4634429 h 4646186"/>
              <a:gd name="connsiteX0-25" fmla="*/ 3905507 w 3905507"/>
              <a:gd name="connsiteY0-26" fmla="*/ 0 h 4646186"/>
              <a:gd name="connsiteX1-27" fmla="*/ 3567107 w 3905507"/>
              <a:gd name="connsiteY1-28" fmla="*/ 67546 h 4646186"/>
              <a:gd name="connsiteX2-29" fmla="*/ 0 w 3905507"/>
              <a:gd name="connsiteY2-30" fmla="*/ 4644643 h 4646186"/>
              <a:gd name="connsiteX3-31" fmla="*/ 39 w 3905507"/>
              <a:gd name="connsiteY3-32" fmla="*/ 4646186 h 4646186"/>
              <a:gd name="connsiteX4-33" fmla="*/ 137052 w 3905507"/>
              <a:gd name="connsiteY4-34" fmla="*/ 4634429 h 4646186"/>
              <a:gd name="connsiteX0-35" fmla="*/ 3905507 w 3905507"/>
              <a:gd name="connsiteY0-36" fmla="*/ 0 h 4646186"/>
              <a:gd name="connsiteX1-37" fmla="*/ 3567107 w 3905507"/>
              <a:gd name="connsiteY1-38" fmla="*/ 67546 h 4646186"/>
              <a:gd name="connsiteX2-39" fmla="*/ 0 w 3905507"/>
              <a:gd name="connsiteY2-40" fmla="*/ 4644643 h 4646186"/>
              <a:gd name="connsiteX3-41" fmla="*/ 39 w 3905507"/>
              <a:gd name="connsiteY3-42" fmla="*/ 4646186 h 4646186"/>
            </a:gdLst>
            <a:ahLst/>
            <a:cxnLst>
              <a:cxn ang="0">
                <a:pos x="connsiteX0-1" y="connsiteY0-2"/>
              </a:cxn>
              <a:cxn ang="0">
                <a:pos x="connsiteX1-3" y="connsiteY1-4"/>
              </a:cxn>
              <a:cxn ang="0">
                <a:pos x="connsiteX2-5" y="connsiteY2-6"/>
              </a:cxn>
              <a:cxn ang="0">
                <a:pos x="connsiteX3-7" y="connsiteY3-8"/>
              </a:cxn>
            </a:cxnLst>
            <a:rect l="l" t="t" r="r" b="b"/>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5" name="任意多边形: 形状 124"/>
          <p:cNvSpPr>
            <a:spLocks noChangeAspect="1"/>
          </p:cNvSpPr>
          <p:nvPr userDrawn="1">
            <p:custDataLst>
              <p:tags r:id="rId22"/>
            </p:custDataLst>
          </p:nvPr>
        </p:nvSpPr>
        <p:spPr>
          <a:xfrm rot="10505744" flipH="1">
            <a:off x="8284845" y="-160655"/>
            <a:ext cx="3725545" cy="4435475"/>
          </a:xfrm>
          <a:custGeom>
            <a:avLst/>
            <a:gdLst>
              <a:gd name="connsiteX0" fmla="*/ 0 w 3787180"/>
              <a:gd name="connsiteY0" fmla="*/ 4435247 h 4435247"/>
              <a:gd name="connsiteX1" fmla="*/ 318670 w 3787180"/>
              <a:gd name="connsiteY1" fmla="*/ 4407904 h 4435247"/>
              <a:gd name="connsiteX2" fmla="*/ 3787180 w 3787180"/>
              <a:gd name="connsiteY2" fmla="*/ 715349 h 4435247"/>
              <a:gd name="connsiteX3" fmla="*/ 3725799 w 3787180"/>
              <a:gd name="connsiteY3" fmla="*/ 0 h 4435247"/>
              <a:gd name="connsiteX4" fmla="*/ 3665439 w 3787180"/>
              <a:gd name="connsiteY4" fmla="*/ 8632 h 4435247"/>
              <a:gd name="connsiteX5" fmla="*/ 22575 w 3787180"/>
              <a:gd name="connsiteY5" fmla="*/ 3988117 h 4435247"/>
              <a:gd name="connsiteX0-1" fmla="*/ 3787180 w 3878620"/>
              <a:gd name="connsiteY0-2" fmla="*/ 715349 h 4435247"/>
              <a:gd name="connsiteX1-3" fmla="*/ 3725799 w 3878620"/>
              <a:gd name="connsiteY1-4" fmla="*/ 0 h 4435247"/>
              <a:gd name="connsiteX2-5" fmla="*/ 3665439 w 3878620"/>
              <a:gd name="connsiteY2-6" fmla="*/ 8632 h 4435247"/>
              <a:gd name="connsiteX3-7" fmla="*/ 22575 w 3878620"/>
              <a:gd name="connsiteY3-8" fmla="*/ 3988117 h 4435247"/>
              <a:gd name="connsiteX4-9" fmla="*/ 0 w 3878620"/>
              <a:gd name="connsiteY4-10" fmla="*/ 4435247 h 4435247"/>
              <a:gd name="connsiteX5-11" fmla="*/ 318670 w 3878620"/>
              <a:gd name="connsiteY5-12" fmla="*/ 4407904 h 4435247"/>
              <a:gd name="connsiteX6" fmla="*/ 3878620 w 3878620"/>
              <a:gd name="connsiteY6" fmla="*/ 806789 h 4435247"/>
              <a:gd name="connsiteX0-13" fmla="*/ 3787180 w 3787180"/>
              <a:gd name="connsiteY0-14" fmla="*/ 715349 h 4435247"/>
              <a:gd name="connsiteX1-15" fmla="*/ 3725799 w 3787180"/>
              <a:gd name="connsiteY1-16" fmla="*/ 0 h 4435247"/>
              <a:gd name="connsiteX2-17" fmla="*/ 3665439 w 3787180"/>
              <a:gd name="connsiteY2-18" fmla="*/ 8632 h 4435247"/>
              <a:gd name="connsiteX3-19" fmla="*/ 22575 w 3787180"/>
              <a:gd name="connsiteY3-20" fmla="*/ 3988117 h 4435247"/>
              <a:gd name="connsiteX4-21" fmla="*/ 0 w 3787180"/>
              <a:gd name="connsiteY4-22" fmla="*/ 4435247 h 4435247"/>
              <a:gd name="connsiteX5-23" fmla="*/ 318670 w 3787180"/>
              <a:gd name="connsiteY5-24" fmla="*/ 4407904 h 4435247"/>
              <a:gd name="connsiteX0-25" fmla="*/ 3787180 w 3787180"/>
              <a:gd name="connsiteY0-26" fmla="*/ 715349 h 4435247"/>
              <a:gd name="connsiteX1-27" fmla="*/ 3725799 w 3787180"/>
              <a:gd name="connsiteY1-28" fmla="*/ 0 h 4435247"/>
              <a:gd name="connsiteX2-29" fmla="*/ 3665439 w 3787180"/>
              <a:gd name="connsiteY2-30" fmla="*/ 8632 h 4435247"/>
              <a:gd name="connsiteX3-31" fmla="*/ 22575 w 3787180"/>
              <a:gd name="connsiteY3-32" fmla="*/ 3988117 h 4435247"/>
              <a:gd name="connsiteX4-33" fmla="*/ 0 w 3787180"/>
              <a:gd name="connsiteY4-34" fmla="*/ 4435247 h 4435247"/>
              <a:gd name="connsiteX0-35" fmla="*/ 3725799 w 3725799"/>
              <a:gd name="connsiteY0-36" fmla="*/ 0 h 4435247"/>
              <a:gd name="connsiteX1-37" fmla="*/ 3665439 w 3725799"/>
              <a:gd name="connsiteY1-38" fmla="*/ 8632 h 4435247"/>
              <a:gd name="connsiteX2-39" fmla="*/ 22575 w 3725799"/>
              <a:gd name="connsiteY2-40" fmla="*/ 3988117 h 4435247"/>
              <a:gd name="connsiteX3-41" fmla="*/ 0 w 3725799"/>
              <a:gd name="connsiteY3-42" fmla="*/ 4435247 h 4435247"/>
            </a:gdLst>
            <a:ahLst/>
            <a:cxnLst>
              <a:cxn ang="0">
                <a:pos x="connsiteX0-1" y="connsiteY0-2"/>
              </a:cxn>
              <a:cxn ang="0">
                <a:pos x="connsiteX1-3" y="connsiteY1-4"/>
              </a:cxn>
              <a:cxn ang="0">
                <a:pos x="connsiteX2-5" y="connsiteY2-6"/>
              </a:cxn>
              <a:cxn ang="0">
                <a:pos x="connsiteX3-7" y="connsiteY3-8"/>
              </a:cxn>
            </a:cxnLst>
            <a:rect l="l" t="t" r="r" b="b"/>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6" name="任意多边形: 形状 9"/>
          <p:cNvSpPr/>
          <p:nvPr userDrawn="1">
            <p:custDataLst>
              <p:tags r:id="rId23"/>
            </p:custDataLst>
          </p:nvPr>
        </p:nvSpPr>
        <p:spPr>
          <a:xfrm rot="10505744" flipH="1">
            <a:off x="7066915" y="2033270"/>
            <a:ext cx="3429635" cy="365887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7" name="任意多边形: 形状 16"/>
          <p:cNvSpPr/>
          <p:nvPr userDrawn="1">
            <p:custDataLst>
              <p:tags r:id="rId24"/>
            </p:custDataLst>
          </p:nvPr>
        </p:nvSpPr>
        <p:spPr>
          <a:xfrm rot="10505744" flipH="1">
            <a:off x="7095490" y="2735580"/>
            <a:ext cx="2744470" cy="293814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8" name="任意多边形: 形状 17"/>
          <p:cNvSpPr/>
          <p:nvPr userDrawn="1">
            <p:custDataLst>
              <p:tags r:id="rId25"/>
            </p:custDataLst>
          </p:nvPr>
        </p:nvSpPr>
        <p:spPr>
          <a:xfrm rot="10505744" flipH="1">
            <a:off x="7129780" y="1530985"/>
            <a:ext cx="3836670" cy="408432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9" name="任意多边形: 形状 18"/>
          <p:cNvSpPr/>
          <p:nvPr userDrawn="1">
            <p:custDataLst>
              <p:tags r:id="rId26"/>
            </p:custDataLst>
          </p:nvPr>
        </p:nvSpPr>
        <p:spPr>
          <a:xfrm rot="10505744" flipH="1">
            <a:off x="7242810" y="1079500"/>
            <a:ext cx="4134485" cy="4400550"/>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4" name="任意多边形: 形状 133"/>
          <p:cNvSpPr/>
          <p:nvPr userDrawn="1">
            <p:custDataLst>
              <p:tags r:id="rId27"/>
            </p:custDataLst>
          </p:nvPr>
        </p:nvSpPr>
        <p:spPr>
          <a:xfrm rot="10505744" flipH="1">
            <a:off x="7708900" y="142875"/>
            <a:ext cx="4288155" cy="4782820"/>
          </a:xfrm>
          <a:custGeom>
            <a:avLst/>
            <a:gdLst>
              <a:gd name="connsiteX0" fmla="*/ 0 w 4304865"/>
              <a:gd name="connsiteY0" fmla="*/ 4782905 h 4782905"/>
              <a:gd name="connsiteX1" fmla="*/ 4304865 w 4304865"/>
              <a:gd name="connsiteY1" fmla="*/ 195751 h 4782905"/>
              <a:gd name="connsiteX2" fmla="*/ 4288068 w 4304865"/>
              <a:gd name="connsiteY2" fmla="*/ 0 h 4782905"/>
              <a:gd name="connsiteX3" fmla="*/ 3928555 w 4304865"/>
              <a:gd name="connsiteY3" fmla="*/ 70602 h 4782905"/>
              <a:gd name="connsiteX4" fmla="*/ 17839 w 4304865"/>
              <a:gd name="connsiteY4" fmla="*/ 4548292 h 4782905"/>
              <a:gd name="connsiteX0-1" fmla="*/ 4304865 w 4396305"/>
              <a:gd name="connsiteY0-2" fmla="*/ 195751 h 4782905"/>
              <a:gd name="connsiteX1-3" fmla="*/ 4288068 w 4396305"/>
              <a:gd name="connsiteY1-4" fmla="*/ 0 h 4782905"/>
              <a:gd name="connsiteX2-5" fmla="*/ 3928555 w 4396305"/>
              <a:gd name="connsiteY2-6" fmla="*/ 70602 h 4782905"/>
              <a:gd name="connsiteX3-7" fmla="*/ 17839 w 4396305"/>
              <a:gd name="connsiteY3-8" fmla="*/ 4548292 h 4782905"/>
              <a:gd name="connsiteX4-9" fmla="*/ 0 w 4396305"/>
              <a:gd name="connsiteY4-10" fmla="*/ 4782905 h 4782905"/>
              <a:gd name="connsiteX5" fmla="*/ 4396305 w 4396305"/>
              <a:gd name="connsiteY5" fmla="*/ 287191 h 4782905"/>
              <a:gd name="connsiteX0-11" fmla="*/ 4304865 w 4304865"/>
              <a:gd name="connsiteY0-12" fmla="*/ 195751 h 4782905"/>
              <a:gd name="connsiteX1-13" fmla="*/ 4288068 w 4304865"/>
              <a:gd name="connsiteY1-14" fmla="*/ 0 h 4782905"/>
              <a:gd name="connsiteX2-15" fmla="*/ 3928555 w 4304865"/>
              <a:gd name="connsiteY2-16" fmla="*/ 70602 h 4782905"/>
              <a:gd name="connsiteX3-17" fmla="*/ 17839 w 4304865"/>
              <a:gd name="connsiteY3-18" fmla="*/ 4548292 h 4782905"/>
              <a:gd name="connsiteX4-19" fmla="*/ 0 w 4304865"/>
              <a:gd name="connsiteY4-20" fmla="*/ 4782905 h 4782905"/>
              <a:gd name="connsiteX0-21" fmla="*/ 4288068 w 4288068"/>
              <a:gd name="connsiteY0-22" fmla="*/ 0 h 4782905"/>
              <a:gd name="connsiteX1-23" fmla="*/ 3928555 w 4288068"/>
              <a:gd name="connsiteY1-24" fmla="*/ 70602 h 4782905"/>
              <a:gd name="connsiteX2-25" fmla="*/ 17839 w 4288068"/>
              <a:gd name="connsiteY2-26" fmla="*/ 4548292 h 4782905"/>
              <a:gd name="connsiteX3-27" fmla="*/ 0 w 4288068"/>
              <a:gd name="connsiteY3-28" fmla="*/ 4782905 h 4782905"/>
            </a:gdLst>
            <a:ahLst/>
            <a:cxnLst>
              <a:cxn ang="0">
                <a:pos x="connsiteX0-1" y="connsiteY0-2"/>
              </a:cxn>
              <a:cxn ang="0">
                <a:pos x="connsiteX1-3" y="connsiteY1-4"/>
              </a:cxn>
              <a:cxn ang="0">
                <a:pos x="connsiteX2-5" y="connsiteY2-6"/>
              </a:cxn>
              <a:cxn ang="0">
                <a:pos x="connsiteX3-7" y="connsiteY3-8"/>
              </a:cxn>
            </a:cxnLst>
            <a:rect l="l" t="t" r="r" b="b"/>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1" name="任意多边形: 形状 130"/>
          <p:cNvSpPr/>
          <p:nvPr userDrawn="1">
            <p:custDataLst>
              <p:tags r:id="rId28"/>
            </p:custDataLst>
          </p:nvPr>
        </p:nvSpPr>
        <p:spPr>
          <a:xfrm rot="10505744" flipH="1">
            <a:off x="7887335" y="-81915"/>
            <a:ext cx="4109085" cy="4794250"/>
          </a:xfrm>
          <a:custGeom>
            <a:avLst/>
            <a:gdLst>
              <a:gd name="connsiteX0" fmla="*/ 0 w 4141638"/>
              <a:gd name="connsiteY0" fmla="*/ 4794215 h 4794215"/>
              <a:gd name="connsiteX1" fmla="*/ 4141638 w 4141638"/>
              <a:gd name="connsiteY1" fmla="*/ 380598 h 4794215"/>
              <a:gd name="connsiteX2" fmla="*/ 4108980 w 4141638"/>
              <a:gd name="connsiteY2" fmla="*/ 0 h 4794215"/>
              <a:gd name="connsiteX3" fmla="*/ 3989868 w 4141638"/>
              <a:gd name="connsiteY3" fmla="*/ 17610 h 4794215"/>
              <a:gd name="connsiteX4" fmla="*/ 4531 w 4141638"/>
              <a:gd name="connsiteY4" fmla="*/ 4615010 h 4794215"/>
              <a:gd name="connsiteX5" fmla="*/ 0 w 4141638"/>
              <a:gd name="connsiteY5" fmla="*/ 4794215 h 4794215"/>
              <a:gd name="connsiteX0-1" fmla="*/ 4141638 w 4233078"/>
              <a:gd name="connsiteY0-2" fmla="*/ 380598 h 4794215"/>
              <a:gd name="connsiteX1-3" fmla="*/ 4108980 w 4233078"/>
              <a:gd name="connsiteY1-4" fmla="*/ 0 h 4794215"/>
              <a:gd name="connsiteX2-5" fmla="*/ 3989868 w 4233078"/>
              <a:gd name="connsiteY2-6" fmla="*/ 17610 h 4794215"/>
              <a:gd name="connsiteX3-7" fmla="*/ 4531 w 4233078"/>
              <a:gd name="connsiteY3-8" fmla="*/ 4615010 h 4794215"/>
              <a:gd name="connsiteX4-9" fmla="*/ 0 w 4233078"/>
              <a:gd name="connsiteY4-10" fmla="*/ 4794215 h 4794215"/>
              <a:gd name="connsiteX5-11" fmla="*/ 4233078 w 4233078"/>
              <a:gd name="connsiteY5-12" fmla="*/ 472038 h 4794215"/>
              <a:gd name="connsiteX0-13" fmla="*/ 4141638 w 4141638"/>
              <a:gd name="connsiteY0-14" fmla="*/ 380598 h 4794215"/>
              <a:gd name="connsiteX1-15" fmla="*/ 4108980 w 4141638"/>
              <a:gd name="connsiteY1-16" fmla="*/ 0 h 4794215"/>
              <a:gd name="connsiteX2-17" fmla="*/ 3989868 w 4141638"/>
              <a:gd name="connsiteY2-18" fmla="*/ 17610 h 4794215"/>
              <a:gd name="connsiteX3-19" fmla="*/ 4531 w 4141638"/>
              <a:gd name="connsiteY3-20" fmla="*/ 4615010 h 4794215"/>
              <a:gd name="connsiteX4-21" fmla="*/ 0 w 4141638"/>
              <a:gd name="connsiteY4-22" fmla="*/ 4794215 h 4794215"/>
              <a:gd name="connsiteX0-23" fmla="*/ 4108980 w 4108980"/>
              <a:gd name="connsiteY0-24" fmla="*/ 0 h 4794215"/>
              <a:gd name="connsiteX1-25" fmla="*/ 3989868 w 4108980"/>
              <a:gd name="connsiteY1-26" fmla="*/ 17610 h 4794215"/>
              <a:gd name="connsiteX2-27" fmla="*/ 4531 w 4108980"/>
              <a:gd name="connsiteY2-28" fmla="*/ 4615010 h 4794215"/>
              <a:gd name="connsiteX3-29" fmla="*/ 0 w 4108980"/>
              <a:gd name="connsiteY3-30" fmla="*/ 4794215 h 4794215"/>
            </a:gdLst>
            <a:ahLst/>
            <a:cxnLst>
              <a:cxn ang="0">
                <a:pos x="connsiteX0-1" y="connsiteY0-2"/>
              </a:cxn>
              <a:cxn ang="0">
                <a:pos x="connsiteX1-3" y="connsiteY1-4"/>
              </a:cxn>
              <a:cxn ang="0">
                <a:pos x="connsiteX2-5" y="connsiteY2-6"/>
              </a:cxn>
              <a:cxn ang="0">
                <a:pos x="connsiteX3-7" y="connsiteY3-8"/>
              </a:cxn>
            </a:cxnLst>
            <a:rect l="l" t="t" r="r" b="b"/>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22" name="任意多边形: 形状 121"/>
          <p:cNvSpPr/>
          <p:nvPr userDrawn="1">
            <p:custDataLst>
              <p:tags r:id="rId29"/>
            </p:custDataLst>
          </p:nvPr>
        </p:nvSpPr>
        <p:spPr>
          <a:xfrm rot="10505744" flipH="1">
            <a:off x="8481060" y="-151765"/>
            <a:ext cx="3538855" cy="4214495"/>
          </a:xfrm>
          <a:custGeom>
            <a:avLst/>
            <a:gdLst>
              <a:gd name="connsiteX0" fmla="*/ 0 w 3612025"/>
              <a:gd name="connsiteY0" fmla="*/ 4214790 h 4214790"/>
              <a:gd name="connsiteX1" fmla="*/ 492182 w 3612025"/>
              <a:gd name="connsiteY1" fmla="*/ 4172558 h 4214790"/>
              <a:gd name="connsiteX2" fmla="*/ 3612025 w 3612025"/>
              <a:gd name="connsiteY2" fmla="*/ 853309 h 4214790"/>
              <a:gd name="connsiteX3" fmla="*/ 3538807 w 3612025"/>
              <a:gd name="connsiteY3" fmla="*/ 0 h 4214790"/>
              <a:gd name="connsiteX4" fmla="*/ 3499564 w 3612025"/>
              <a:gd name="connsiteY4" fmla="*/ 5613 h 4214790"/>
              <a:gd name="connsiteX5" fmla="*/ 20639 w 3612025"/>
              <a:gd name="connsiteY5" fmla="*/ 3806010 h 4214790"/>
              <a:gd name="connsiteX0-1" fmla="*/ 3612025 w 3703465"/>
              <a:gd name="connsiteY0-2" fmla="*/ 853309 h 4214790"/>
              <a:gd name="connsiteX1-3" fmla="*/ 3538807 w 3703465"/>
              <a:gd name="connsiteY1-4" fmla="*/ 0 h 4214790"/>
              <a:gd name="connsiteX2-5" fmla="*/ 3499564 w 3703465"/>
              <a:gd name="connsiteY2-6" fmla="*/ 5613 h 4214790"/>
              <a:gd name="connsiteX3-7" fmla="*/ 20639 w 3703465"/>
              <a:gd name="connsiteY3-8" fmla="*/ 3806010 h 4214790"/>
              <a:gd name="connsiteX4-9" fmla="*/ 0 w 3703465"/>
              <a:gd name="connsiteY4-10" fmla="*/ 4214790 h 4214790"/>
              <a:gd name="connsiteX5-11" fmla="*/ 492182 w 3703465"/>
              <a:gd name="connsiteY5-12" fmla="*/ 4172558 h 4214790"/>
              <a:gd name="connsiteX6" fmla="*/ 3703465 w 3703465"/>
              <a:gd name="connsiteY6" fmla="*/ 944749 h 4214790"/>
              <a:gd name="connsiteX0-13" fmla="*/ 3612025 w 3612025"/>
              <a:gd name="connsiteY0-14" fmla="*/ 853309 h 4214790"/>
              <a:gd name="connsiteX1-15" fmla="*/ 3538807 w 3612025"/>
              <a:gd name="connsiteY1-16" fmla="*/ 0 h 4214790"/>
              <a:gd name="connsiteX2-17" fmla="*/ 3499564 w 3612025"/>
              <a:gd name="connsiteY2-18" fmla="*/ 5613 h 4214790"/>
              <a:gd name="connsiteX3-19" fmla="*/ 20639 w 3612025"/>
              <a:gd name="connsiteY3-20" fmla="*/ 3806010 h 4214790"/>
              <a:gd name="connsiteX4-21" fmla="*/ 0 w 3612025"/>
              <a:gd name="connsiteY4-22" fmla="*/ 4214790 h 4214790"/>
              <a:gd name="connsiteX5-23" fmla="*/ 492182 w 3612025"/>
              <a:gd name="connsiteY5-24" fmla="*/ 4172558 h 4214790"/>
              <a:gd name="connsiteX0-25" fmla="*/ 3538807 w 3538807"/>
              <a:gd name="connsiteY0-26" fmla="*/ 0 h 4214790"/>
              <a:gd name="connsiteX1-27" fmla="*/ 3499564 w 3538807"/>
              <a:gd name="connsiteY1-28" fmla="*/ 5613 h 4214790"/>
              <a:gd name="connsiteX2-29" fmla="*/ 20639 w 3538807"/>
              <a:gd name="connsiteY2-30" fmla="*/ 3806010 h 4214790"/>
              <a:gd name="connsiteX3-31" fmla="*/ 0 w 3538807"/>
              <a:gd name="connsiteY3-32" fmla="*/ 4214790 h 4214790"/>
              <a:gd name="connsiteX4-33" fmla="*/ 492182 w 3538807"/>
              <a:gd name="connsiteY4-34" fmla="*/ 4172558 h 4214790"/>
              <a:gd name="connsiteX0-35" fmla="*/ 3538807 w 3538807"/>
              <a:gd name="connsiteY0-36" fmla="*/ 0 h 4214790"/>
              <a:gd name="connsiteX1-37" fmla="*/ 3499564 w 3538807"/>
              <a:gd name="connsiteY1-38" fmla="*/ 5613 h 4214790"/>
              <a:gd name="connsiteX2-39" fmla="*/ 20639 w 3538807"/>
              <a:gd name="connsiteY2-40" fmla="*/ 3806010 h 4214790"/>
              <a:gd name="connsiteX3-41" fmla="*/ 0 w 3538807"/>
              <a:gd name="connsiteY3-42" fmla="*/ 4214790 h 4214790"/>
            </a:gdLst>
            <a:ahLst/>
            <a:cxnLst>
              <a:cxn ang="0">
                <a:pos x="connsiteX0-1" y="connsiteY0-2"/>
              </a:cxn>
              <a:cxn ang="0">
                <a:pos x="connsiteX1-3" y="connsiteY1-4"/>
              </a:cxn>
              <a:cxn ang="0">
                <a:pos x="connsiteX2-5" y="connsiteY2-6"/>
              </a:cxn>
              <a:cxn ang="0">
                <a:pos x="connsiteX3-7" y="connsiteY3-8"/>
              </a:cxn>
            </a:cxnLst>
            <a:rect l="l" t="t" r="r" b="b"/>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9" name="任意多边形: 形状 118"/>
          <p:cNvSpPr/>
          <p:nvPr userDrawn="1">
            <p:custDataLst>
              <p:tags r:id="rId30"/>
            </p:custDataLst>
          </p:nvPr>
        </p:nvSpPr>
        <p:spPr>
          <a:xfrm rot="10505744" flipH="1">
            <a:off x="8677910" y="-143510"/>
            <a:ext cx="3350895" cy="3993515"/>
          </a:xfrm>
          <a:custGeom>
            <a:avLst/>
            <a:gdLst>
              <a:gd name="connsiteX0" fmla="*/ 0 w 3435065"/>
              <a:gd name="connsiteY0" fmla="*/ 3993354 h 3993354"/>
              <a:gd name="connsiteX1" fmla="*/ 658398 w 3435065"/>
              <a:gd name="connsiteY1" fmla="*/ 3936860 h 3993354"/>
              <a:gd name="connsiteX2" fmla="*/ 3435065 w 3435065"/>
              <a:gd name="connsiteY2" fmla="*/ 979859 h 3993354"/>
              <a:gd name="connsiteX3" fmla="*/ 3350988 w 3435065"/>
              <a:gd name="connsiteY3" fmla="*/ 0 h 3993354"/>
              <a:gd name="connsiteX4" fmla="*/ 3332955 w 3435065"/>
              <a:gd name="connsiteY4" fmla="*/ 2579 h 3993354"/>
              <a:gd name="connsiteX5" fmla="*/ 18694 w 3435065"/>
              <a:gd name="connsiteY5" fmla="*/ 3623095 h 3993354"/>
              <a:gd name="connsiteX0-1" fmla="*/ 3435065 w 3526505"/>
              <a:gd name="connsiteY0-2" fmla="*/ 979859 h 3993354"/>
              <a:gd name="connsiteX1-3" fmla="*/ 3350988 w 3526505"/>
              <a:gd name="connsiteY1-4" fmla="*/ 0 h 3993354"/>
              <a:gd name="connsiteX2-5" fmla="*/ 3332955 w 3526505"/>
              <a:gd name="connsiteY2-6" fmla="*/ 2579 h 3993354"/>
              <a:gd name="connsiteX3-7" fmla="*/ 18694 w 3526505"/>
              <a:gd name="connsiteY3-8" fmla="*/ 3623095 h 3993354"/>
              <a:gd name="connsiteX4-9" fmla="*/ 0 w 3526505"/>
              <a:gd name="connsiteY4-10" fmla="*/ 3993354 h 3993354"/>
              <a:gd name="connsiteX5-11" fmla="*/ 658398 w 3526505"/>
              <a:gd name="connsiteY5-12" fmla="*/ 3936860 h 3993354"/>
              <a:gd name="connsiteX6" fmla="*/ 3526505 w 3526505"/>
              <a:gd name="connsiteY6" fmla="*/ 1071299 h 3993354"/>
              <a:gd name="connsiteX0-13" fmla="*/ 3435065 w 3435065"/>
              <a:gd name="connsiteY0-14" fmla="*/ 979859 h 3993354"/>
              <a:gd name="connsiteX1-15" fmla="*/ 3350988 w 3435065"/>
              <a:gd name="connsiteY1-16" fmla="*/ 0 h 3993354"/>
              <a:gd name="connsiteX2-17" fmla="*/ 3332955 w 3435065"/>
              <a:gd name="connsiteY2-18" fmla="*/ 2579 h 3993354"/>
              <a:gd name="connsiteX3-19" fmla="*/ 18694 w 3435065"/>
              <a:gd name="connsiteY3-20" fmla="*/ 3623095 h 3993354"/>
              <a:gd name="connsiteX4-21" fmla="*/ 0 w 3435065"/>
              <a:gd name="connsiteY4-22" fmla="*/ 3993354 h 3993354"/>
              <a:gd name="connsiteX5-23" fmla="*/ 658398 w 3435065"/>
              <a:gd name="connsiteY5-24" fmla="*/ 3936860 h 3993354"/>
              <a:gd name="connsiteX0-25" fmla="*/ 3350988 w 3350988"/>
              <a:gd name="connsiteY0-26" fmla="*/ 0 h 3993354"/>
              <a:gd name="connsiteX1-27" fmla="*/ 3332955 w 3350988"/>
              <a:gd name="connsiteY1-28" fmla="*/ 2579 h 3993354"/>
              <a:gd name="connsiteX2-29" fmla="*/ 18694 w 3350988"/>
              <a:gd name="connsiteY2-30" fmla="*/ 3623095 h 3993354"/>
              <a:gd name="connsiteX3-31" fmla="*/ 0 w 3350988"/>
              <a:gd name="connsiteY3-32" fmla="*/ 3993354 h 3993354"/>
              <a:gd name="connsiteX4-33" fmla="*/ 658398 w 3350988"/>
              <a:gd name="connsiteY4-34" fmla="*/ 3936860 h 3993354"/>
              <a:gd name="connsiteX0-35" fmla="*/ 3350988 w 3350988"/>
              <a:gd name="connsiteY0-36" fmla="*/ 0 h 3993354"/>
              <a:gd name="connsiteX1-37" fmla="*/ 3332955 w 3350988"/>
              <a:gd name="connsiteY1-38" fmla="*/ 2579 h 3993354"/>
              <a:gd name="connsiteX2-39" fmla="*/ 18694 w 3350988"/>
              <a:gd name="connsiteY2-40" fmla="*/ 3623095 h 3993354"/>
              <a:gd name="connsiteX3-41" fmla="*/ 0 w 3350988"/>
              <a:gd name="connsiteY3-42" fmla="*/ 3993354 h 3993354"/>
            </a:gdLst>
            <a:ahLst/>
            <a:cxnLst>
              <a:cxn ang="0">
                <a:pos x="connsiteX0-1" y="connsiteY0-2"/>
              </a:cxn>
              <a:cxn ang="0">
                <a:pos x="connsiteX1-3" y="connsiteY1-4"/>
              </a:cxn>
              <a:cxn ang="0">
                <a:pos x="connsiteX2-5" y="connsiteY2-6"/>
              </a:cxn>
              <a:cxn ang="0">
                <a:pos x="connsiteX3-7" y="connsiteY3-8"/>
              </a:cxn>
            </a:cxnLst>
            <a:rect l="l" t="t" r="r" b="b"/>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6" name="任意多边形: 形状 115"/>
          <p:cNvSpPr/>
          <p:nvPr userDrawn="1">
            <p:custDataLst>
              <p:tags r:id="rId31"/>
            </p:custDataLst>
          </p:nvPr>
        </p:nvSpPr>
        <p:spPr>
          <a:xfrm rot="10505744" flipH="1">
            <a:off x="8873490" y="-135255"/>
            <a:ext cx="3164840" cy="3773805"/>
          </a:xfrm>
          <a:custGeom>
            <a:avLst/>
            <a:gdLst>
              <a:gd name="connsiteX0" fmla="*/ 0 w 3257626"/>
              <a:gd name="connsiteY0" fmla="*/ 3773592 h 3773592"/>
              <a:gd name="connsiteX1" fmla="*/ 799264 w 3257626"/>
              <a:gd name="connsiteY1" fmla="*/ 3705011 h 3773592"/>
              <a:gd name="connsiteX2" fmla="*/ 3257626 w 3257626"/>
              <a:gd name="connsiteY2" fmla="*/ 1081231 h 3773592"/>
              <a:gd name="connsiteX3" fmla="*/ 3164851 w 3257626"/>
              <a:gd name="connsiteY3" fmla="*/ 0 h 3773592"/>
              <a:gd name="connsiteX4" fmla="*/ 2814251 w 3257626"/>
              <a:gd name="connsiteY4" fmla="*/ 84359 h 3773592"/>
              <a:gd name="connsiteX5" fmla="*/ 16767 w 3257626"/>
              <a:gd name="connsiteY5" fmla="*/ 3441508 h 3773592"/>
              <a:gd name="connsiteX0-1" fmla="*/ 3257626 w 3349066"/>
              <a:gd name="connsiteY0-2" fmla="*/ 1081231 h 3773592"/>
              <a:gd name="connsiteX1-3" fmla="*/ 3164851 w 3349066"/>
              <a:gd name="connsiteY1-4" fmla="*/ 0 h 3773592"/>
              <a:gd name="connsiteX2-5" fmla="*/ 2814251 w 3349066"/>
              <a:gd name="connsiteY2-6" fmla="*/ 84359 h 3773592"/>
              <a:gd name="connsiteX3-7" fmla="*/ 16767 w 3349066"/>
              <a:gd name="connsiteY3-8" fmla="*/ 3441508 h 3773592"/>
              <a:gd name="connsiteX4-9" fmla="*/ 0 w 3349066"/>
              <a:gd name="connsiteY4-10" fmla="*/ 3773592 h 3773592"/>
              <a:gd name="connsiteX5-11" fmla="*/ 799264 w 3349066"/>
              <a:gd name="connsiteY5-12" fmla="*/ 3705011 h 3773592"/>
              <a:gd name="connsiteX6" fmla="*/ 3349066 w 3349066"/>
              <a:gd name="connsiteY6" fmla="*/ 1172671 h 3773592"/>
              <a:gd name="connsiteX0-13" fmla="*/ 3257626 w 3257626"/>
              <a:gd name="connsiteY0-14" fmla="*/ 1081231 h 3773592"/>
              <a:gd name="connsiteX1-15" fmla="*/ 3164851 w 3257626"/>
              <a:gd name="connsiteY1-16" fmla="*/ 0 h 3773592"/>
              <a:gd name="connsiteX2-17" fmla="*/ 2814251 w 3257626"/>
              <a:gd name="connsiteY2-18" fmla="*/ 84359 h 3773592"/>
              <a:gd name="connsiteX3-19" fmla="*/ 16767 w 3257626"/>
              <a:gd name="connsiteY3-20" fmla="*/ 3441508 h 3773592"/>
              <a:gd name="connsiteX4-21" fmla="*/ 0 w 3257626"/>
              <a:gd name="connsiteY4-22" fmla="*/ 3773592 h 3773592"/>
              <a:gd name="connsiteX5-23" fmla="*/ 799264 w 3257626"/>
              <a:gd name="connsiteY5-24" fmla="*/ 3705011 h 3773592"/>
              <a:gd name="connsiteX0-25" fmla="*/ 3164851 w 3164851"/>
              <a:gd name="connsiteY0-26" fmla="*/ 0 h 3773592"/>
              <a:gd name="connsiteX1-27" fmla="*/ 2814251 w 3164851"/>
              <a:gd name="connsiteY1-28" fmla="*/ 84359 h 3773592"/>
              <a:gd name="connsiteX2-29" fmla="*/ 16767 w 3164851"/>
              <a:gd name="connsiteY2-30" fmla="*/ 3441508 h 3773592"/>
              <a:gd name="connsiteX3-31" fmla="*/ 0 w 3164851"/>
              <a:gd name="connsiteY3-32" fmla="*/ 3773592 h 3773592"/>
              <a:gd name="connsiteX4-33" fmla="*/ 799264 w 3164851"/>
              <a:gd name="connsiteY4-34" fmla="*/ 3705011 h 3773592"/>
              <a:gd name="connsiteX0-35" fmla="*/ 3164851 w 3164851"/>
              <a:gd name="connsiteY0-36" fmla="*/ 0 h 3773592"/>
              <a:gd name="connsiteX1-37" fmla="*/ 2814251 w 3164851"/>
              <a:gd name="connsiteY1-38" fmla="*/ 84359 h 3773592"/>
              <a:gd name="connsiteX2-39" fmla="*/ 16767 w 3164851"/>
              <a:gd name="connsiteY2-40" fmla="*/ 3441508 h 3773592"/>
              <a:gd name="connsiteX3-41" fmla="*/ 0 w 3164851"/>
              <a:gd name="connsiteY3-42" fmla="*/ 3773592 h 3773592"/>
            </a:gdLst>
            <a:ahLst/>
            <a:cxnLst>
              <a:cxn ang="0">
                <a:pos x="connsiteX0-1" y="connsiteY0-2"/>
              </a:cxn>
              <a:cxn ang="0">
                <a:pos x="connsiteX1-3" y="connsiteY1-4"/>
              </a:cxn>
              <a:cxn ang="0">
                <a:pos x="connsiteX2-5" y="connsiteY2-6"/>
              </a:cxn>
              <a:cxn ang="0">
                <a:pos x="connsiteX3-7" y="connsiteY3-8"/>
              </a:cxn>
            </a:cxnLst>
            <a:rect l="l" t="t" r="r" b="b"/>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3" name="任意多边形: 形状 112"/>
          <p:cNvSpPr/>
          <p:nvPr userDrawn="1">
            <p:custDataLst>
              <p:tags r:id="rId32"/>
            </p:custDataLst>
          </p:nvPr>
        </p:nvSpPr>
        <p:spPr>
          <a:xfrm rot="10505744" flipH="1">
            <a:off x="9051290" y="-127635"/>
            <a:ext cx="2995295" cy="3571240"/>
          </a:xfrm>
          <a:custGeom>
            <a:avLst/>
            <a:gdLst>
              <a:gd name="connsiteX0" fmla="*/ 0 w 3095132"/>
              <a:gd name="connsiteY0" fmla="*/ 3571337 h 3571337"/>
              <a:gd name="connsiteX1" fmla="*/ 906252 w 3095132"/>
              <a:gd name="connsiteY1" fmla="*/ 3493576 h 3571337"/>
              <a:gd name="connsiteX2" fmla="*/ 3095132 w 3095132"/>
              <a:gd name="connsiteY2" fmla="*/ 1166743 h 3571337"/>
              <a:gd name="connsiteX3" fmla="*/ 2995020 w 3095132"/>
              <a:gd name="connsiteY3" fmla="*/ 0 h 3571337"/>
              <a:gd name="connsiteX4" fmla="*/ 2680178 w 3095132"/>
              <a:gd name="connsiteY4" fmla="*/ 75755 h 3571337"/>
              <a:gd name="connsiteX5" fmla="*/ 15007 w 3095132"/>
              <a:gd name="connsiteY5" fmla="*/ 3274119 h 3571337"/>
              <a:gd name="connsiteX0-1" fmla="*/ 3095132 w 3186572"/>
              <a:gd name="connsiteY0-2" fmla="*/ 1166743 h 3571337"/>
              <a:gd name="connsiteX1-3" fmla="*/ 2995020 w 3186572"/>
              <a:gd name="connsiteY1-4" fmla="*/ 0 h 3571337"/>
              <a:gd name="connsiteX2-5" fmla="*/ 2680178 w 3186572"/>
              <a:gd name="connsiteY2-6" fmla="*/ 75755 h 3571337"/>
              <a:gd name="connsiteX3-7" fmla="*/ 15007 w 3186572"/>
              <a:gd name="connsiteY3-8" fmla="*/ 3274119 h 3571337"/>
              <a:gd name="connsiteX4-9" fmla="*/ 0 w 3186572"/>
              <a:gd name="connsiteY4-10" fmla="*/ 3571337 h 3571337"/>
              <a:gd name="connsiteX5-11" fmla="*/ 906252 w 3186572"/>
              <a:gd name="connsiteY5-12" fmla="*/ 3493576 h 3571337"/>
              <a:gd name="connsiteX6" fmla="*/ 3186572 w 3186572"/>
              <a:gd name="connsiteY6" fmla="*/ 1258183 h 3571337"/>
              <a:gd name="connsiteX0-13" fmla="*/ 3095132 w 3095132"/>
              <a:gd name="connsiteY0-14" fmla="*/ 1166743 h 3571337"/>
              <a:gd name="connsiteX1-15" fmla="*/ 2995020 w 3095132"/>
              <a:gd name="connsiteY1-16" fmla="*/ 0 h 3571337"/>
              <a:gd name="connsiteX2-17" fmla="*/ 2680178 w 3095132"/>
              <a:gd name="connsiteY2-18" fmla="*/ 75755 h 3571337"/>
              <a:gd name="connsiteX3-19" fmla="*/ 15007 w 3095132"/>
              <a:gd name="connsiteY3-20" fmla="*/ 3274119 h 3571337"/>
              <a:gd name="connsiteX4-21" fmla="*/ 0 w 3095132"/>
              <a:gd name="connsiteY4-22" fmla="*/ 3571337 h 3571337"/>
              <a:gd name="connsiteX5-23" fmla="*/ 906252 w 3095132"/>
              <a:gd name="connsiteY5-24" fmla="*/ 3493576 h 3571337"/>
              <a:gd name="connsiteX0-25" fmla="*/ 2995020 w 2995020"/>
              <a:gd name="connsiteY0-26" fmla="*/ 0 h 3571337"/>
              <a:gd name="connsiteX1-27" fmla="*/ 2680178 w 2995020"/>
              <a:gd name="connsiteY1-28" fmla="*/ 75755 h 3571337"/>
              <a:gd name="connsiteX2-29" fmla="*/ 15007 w 2995020"/>
              <a:gd name="connsiteY2-30" fmla="*/ 3274119 h 3571337"/>
              <a:gd name="connsiteX3-31" fmla="*/ 0 w 2995020"/>
              <a:gd name="connsiteY3-32" fmla="*/ 3571337 h 3571337"/>
              <a:gd name="connsiteX4-33" fmla="*/ 906252 w 2995020"/>
              <a:gd name="connsiteY4-34" fmla="*/ 3493576 h 3571337"/>
              <a:gd name="connsiteX0-35" fmla="*/ 2995020 w 2995020"/>
              <a:gd name="connsiteY0-36" fmla="*/ 0 h 3571337"/>
              <a:gd name="connsiteX1-37" fmla="*/ 2680178 w 2995020"/>
              <a:gd name="connsiteY1-38" fmla="*/ 75755 h 3571337"/>
              <a:gd name="connsiteX2-39" fmla="*/ 15007 w 2995020"/>
              <a:gd name="connsiteY2-40" fmla="*/ 3274119 h 3571337"/>
              <a:gd name="connsiteX3-41" fmla="*/ 0 w 2995020"/>
              <a:gd name="connsiteY3-42" fmla="*/ 3571337 h 3571337"/>
            </a:gdLst>
            <a:ahLst/>
            <a:cxnLst>
              <a:cxn ang="0">
                <a:pos x="connsiteX0-1" y="connsiteY0-2"/>
              </a:cxn>
              <a:cxn ang="0">
                <a:pos x="connsiteX1-3" y="connsiteY1-4"/>
              </a:cxn>
              <a:cxn ang="0">
                <a:pos x="connsiteX2-5" y="connsiteY2-6"/>
              </a:cxn>
              <a:cxn ang="0">
                <a:pos x="connsiteX3-7" y="connsiteY3-8"/>
              </a:cxn>
            </a:cxnLst>
            <a:rect l="l" t="t" r="r" b="b"/>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0" name="任意多边形: 形状 109"/>
          <p:cNvSpPr/>
          <p:nvPr userDrawn="1">
            <p:custDataLst>
              <p:tags r:id="rId33"/>
            </p:custDataLst>
          </p:nvPr>
        </p:nvSpPr>
        <p:spPr>
          <a:xfrm rot="10505744" flipH="1">
            <a:off x="9255125" y="-118745"/>
            <a:ext cx="2800985" cy="3340100"/>
          </a:xfrm>
          <a:custGeom>
            <a:avLst/>
            <a:gdLst>
              <a:gd name="connsiteX0" fmla="*/ 0 w 2907576"/>
              <a:gd name="connsiteY0" fmla="*/ 3340194 h 3340194"/>
              <a:gd name="connsiteX1" fmla="*/ 1018589 w 2907576"/>
              <a:gd name="connsiteY1" fmla="*/ 3252794 h 3340194"/>
              <a:gd name="connsiteX2" fmla="*/ 2907576 w 2907576"/>
              <a:gd name="connsiteY2" fmla="*/ 1242950 h 3340194"/>
              <a:gd name="connsiteX3" fmla="*/ 2800924 w 2907576"/>
              <a:gd name="connsiteY3" fmla="*/ 0 h 3340194"/>
              <a:gd name="connsiteX4" fmla="*/ 2526951 w 2907576"/>
              <a:gd name="connsiteY4" fmla="*/ 65921 h 3340194"/>
              <a:gd name="connsiteX5" fmla="*/ 12994 w 2907576"/>
              <a:gd name="connsiteY5" fmla="*/ 3082818 h 3340194"/>
              <a:gd name="connsiteX0-1" fmla="*/ 2907576 w 2999016"/>
              <a:gd name="connsiteY0-2" fmla="*/ 1242950 h 3340194"/>
              <a:gd name="connsiteX1-3" fmla="*/ 2800924 w 2999016"/>
              <a:gd name="connsiteY1-4" fmla="*/ 0 h 3340194"/>
              <a:gd name="connsiteX2-5" fmla="*/ 2526951 w 2999016"/>
              <a:gd name="connsiteY2-6" fmla="*/ 65921 h 3340194"/>
              <a:gd name="connsiteX3-7" fmla="*/ 12994 w 2999016"/>
              <a:gd name="connsiteY3-8" fmla="*/ 3082818 h 3340194"/>
              <a:gd name="connsiteX4-9" fmla="*/ 0 w 2999016"/>
              <a:gd name="connsiteY4-10" fmla="*/ 3340194 h 3340194"/>
              <a:gd name="connsiteX5-11" fmla="*/ 1018589 w 2999016"/>
              <a:gd name="connsiteY5-12" fmla="*/ 3252794 h 3340194"/>
              <a:gd name="connsiteX6" fmla="*/ 2999016 w 2999016"/>
              <a:gd name="connsiteY6" fmla="*/ 1334390 h 3340194"/>
              <a:gd name="connsiteX0-13" fmla="*/ 2907576 w 2907576"/>
              <a:gd name="connsiteY0-14" fmla="*/ 1242950 h 3340194"/>
              <a:gd name="connsiteX1-15" fmla="*/ 2800924 w 2907576"/>
              <a:gd name="connsiteY1-16" fmla="*/ 0 h 3340194"/>
              <a:gd name="connsiteX2-17" fmla="*/ 2526951 w 2907576"/>
              <a:gd name="connsiteY2-18" fmla="*/ 65921 h 3340194"/>
              <a:gd name="connsiteX3-19" fmla="*/ 12994 w 2907576"/>
              <a:gd name="connsiteY3-20" fmla="*/ 3082818 h 3340194"/>
              <a:gd name="connsiteX4-21" fmla="*/ 0 w 2907576"/>
              <a:gd name="connsiteY4-22" fmla="*/ 3340194 h 3340194"/>
              <a:gd name="connsiteX5-23" fmla="*/ 1018589 w 2907576"/>
              <a:gd name="connsiteY5-24" fmla="*/ 3252794 h 3340194"/>
              <a:gd name="connsiteX0-25" fmla="*/ 2800924 w 2800924"/>
              <a:gd name="connsiteY0-26" fmla="*/ 0 h 3340194"/>
              <a:gd name="connsiteX1-27" fmla="*/ 2526951 w 2800924"/>
              <a:gd name="connsiteY1-28" fmla="*/ 65921 h 3340194"/>
              <a:gd name="connsiteX2-29" fmla="*/ 12994 w 2800924"/>
              <a:gd name="connsiteY2-30" fmla="*/ 3082818 h 3340194"/>
              <a:gd name="connsiteX3-31" fmla="*/ 0 w 2800924"/>
              <a:gd name="connsiteY3-32" fmla="*/ 3340194 h 3340194"/>
              <a:gd name="connsiteX4-33" fmla="*/ 1018589 w 2800924"/>
              <a:gd name="connsiteY4-34" fmla="*/ 3252794 h 3340194"/>
              <a:gd name="connsiteX0-35" fmla="*/ 2800924 w 2800924"/>
              <a:gd name="connsiteY0-36" fmla="*/ 0 h 3340194"/>
              <a:gd name="connsiteX1-37" fmla="*/ 2526951 w 2800924"/>
              <a:gd name="connsiteY1-38" fmla="*/ 65921 h 3340194"/>
              <a:gd name="connsiteX2-39" fmla="*/ 12994 w 2800924"/>
              <a:gd name="connsiteY2-40" fmla="*/ 3082818 h 3340194"/>
              <a:gd name="connsiteX3-41" fmla="*/ 0 w 2800924"/>
              <a:gd name="connsiteY3-42" fmla="*/ 3340194 h 3340194"/>
            </a:gdLst>
            <a:ahLst/>
            <a:cxnLst>
              <a:cxn ang="0">
                <a:pos x="connsiteX0-1" y="connsiteY0-2"/>
              </a:cxn>
              <a:cxn ang="0">
                <a:pos x="connsiteX1-3" y="connsiteY1-4"/>
              </a:cxn>
              <a:cxn ang="0">
                <a:pos x="connsiteX2-5" y="connsiteY2-6"/>
              </a:cxn>
              <a:cxn ang="0">
                <a:pos x="connsiteX3-7" y="connsiteY3-8"/>
              </a:cxn>
            </a:cxnLst>
            <a:rect l="l" t="t" r="r" b="b"/>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7" name="任意多边形: 形状 106"/>
          <p:cNvSpPr/>
          <p:nvPr userDrawn="1">
            <p:custDataLst>
              <p:tags r:id="rId34"/>
            </p:custDataLst>
          </p:nvPr>
        </p:nvSpPr>
        <p:spPr>
          <a:xfrm rot="10505744" flipH="1">
            <a:off x="9438640" y="-111125"/>
            <a:ext cx="2626360" cy="3132455"/>
          </a:xfrm>
          <a:custGeom>
            <a:avLst/>
            <a:gdLst>
              <a:gd name="connsiteX0" fmla="*/ 0 w 2737327"/>
              <a:gd name="connsiteY0" fmla="*/ 3132161 h 3132161"/>
              <a:gd name="connsiteX1" fmla="*/ 1103438 w 2737327"/>
              <a:gd name="connsiteY1" fmla="*/ 3037481 h 3132161"/>
              <a:gd name="connsiteX2" fmla="*/ 2737327 w 2737327"/>
              <a:gd name="connsiteY2" fmla="*/ 1294665 h 3132161"/>
              <a:gd name="connsiteX3" fmla="*/ 2626238 w 2737327"/>
              <a:gd name="connsiteY3" fmla="*/ 0 h 3132161"/>
              <a:gd name="connsiteX4" fmla="*/ 2389046 w 2737327"/>
              <a:gd name="connsiteY4" fmla="*/ 57071 h 3132161"/>
              <a:gd name="connsiteX5" fmla="*/ 11184 w 2737327"/>
              <a:gd name="connsiteY5" fmla="*/ 2910647 h 3132161"/>
              <a:gd name="connsiteX0-1" fmla="*/ 2737327 w 2828767"/>
              <a:gd name="connsiteY0-2" fmla="*/ 1294665 h 3132161"/>
              <a:gd name="connsiteX1-3" fmla="*/ 2626238 w 2828767"/>
              <a:gd name="connsiteY1-4" fmla="*/ 0 h 3132161"/>
              <a:gd name="connsiteX2-5" fmla="*/ 2389046 w 2828767"/>
              <a:gd name="connsiteY2-6" fmla="*/ 57071 h 3132161"/>
              <a:gd name="connsiteX3-7" fmla="*/ 11184 w 2828767"/>
              <a:gd name="connsiteY3-8" fmla="*/ 2910647 h 3132161"/>
              <a:gd name="connsiteX4-9" fmla="*/ 0 w 2828767"/>
              <a:gd name="connsiteY4-10" fmla="*/ 3132161 h 3132161"/>
              <a:gd name="connsiteX5-11" fmla="*/ 1103438 w 2828767"/>
              <a:gd name="connsiteY5-12" fmla="*/ 3037481 h 3132161"/>
              <a:gd name="connsiteX6" fmla="*/ 2828767 w 2828767"/>
              <a:gd name="connsiteY6" fmla="*/ 1386105 h 3132161"/>
              <a:gd name="connsiteX0-13" fmla="*/ 2737327 w 2737327"/>
              <a:gd name="connsiteY0-14" fmla="*/ 1294665 h 3132161"/>
              <a:gd name="connsiteX1-15" fmla="*/ 2626238 w 2737327"/>
              <a:gd name="connsiteY1-16" fmla="*/ 0 h 3132161"/>
              <a:gd name="connsiteX2-17" fmla="*/ 2389046 w 2737327"/>
              <a:gd name="connsiteY2-18" fmla="*/ 57071 h 3132161"/>
              <a:gd name="connsiteX3-19" fmla="*/ 11184 w 2737327"/>
              <a:gd name="connsiteY3-20" fmla="*/ 2910647 h 3132161"/>
              <a:gd name="connsiteX4-21" fmla="*/ 0 w 2737327"/>
              <a:gd name="connsiteY4-22" fmla="*/ 3132161 h 3132161"/>
              <a:gd name="connsiteX5-23" fmla="*/ 1103438 w 2737327"/>
              <a:gd name="connsiteY5-24" fmla="*/ 3037481 h 3132161"/>
              <a:gd name="connsiteX0-25" fmla="*/ 2737327 w 2737327"/>
              <a:gd name="connsiteY0-26" fmla="*/ 1294665 h 3132161"/>
              <a:gd name="connsiteX1-27" fmla="*/ 2626238 w 2737327"/>
              <a:gd name="connsiteY1-28" fmla="*/ 0 h 3132161"/>
              <a:gd name="connsiteX2-29" fmla="*/ 2389046 w 2737327"/>
              <a:gd name="connsiteY2-30" fmla="*/ 57071 h 3132161"/>
              <a:gd name="connsiteX3-31" fmla="*/ 11184 w 2737327"/>
              <a:gd name="connsiteY3-32" fmla="*/ 2910647 h 3132161"/>
              <a:gd name="connsiteX4-33" fmla="*/ 0 w 2737327"/>
              <a:gd name="connsiteY4-34" fmla="*/ 3132161 h 3132161"/>
              <a:gd name="connsiteX0-35" fmla="*/ 2626238 w 2626238"/>
              <a:gd name="connsiteY0-36" fmla="*/ 0 h 3132161"/>
              <a:gd name="connsiteX1-37" fmla="*/ 2389046 w 2626238"/>
              <a:gd name="connsiteY1-38" fmla="*/ 57071 h 3132161"/>
              <a:gd name="connsiteX2-39" fmla="*/ 11184 w 2626238"/>
              <a:gd name="connsiteY2-40" fmla="*/ 2910647 h 3132161"/>
              <a:gd name="connsiteX3-41" fmla="*/ 0 w 2626238"/>
              <a:gd name="connsiteY3-42" fmla="*/ 3132161 h 3132161"/>
            </a:gdLst>
            <a:ahLst/>
            <a:cxnLst>
              <a:cxn ang="0">
                <a:pos x="connsiteX0-1" y="connsiteY0-2"/>
              </a:cxn>
              <a:cxn ang="0">
                <a:pos x="connsiteX1-3" y="connsiteY1-4"/>
              </a:cxn>
              <a:cxn ang="0">
                <a:pos x="connsiteX2-5" y="connsiteY2-6"/>
              </a:cxn>
              <a:cxn ang="0">
                <a:pos x="connsiteX3-7" y="connsiteY3-8"/>
              </a:cxn>
            </a:cxnLst>
            <a:rect l="l" t="t" r="r" b="b"/>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1" name="任意多边形: 形状 100"/>
          <p:cNvSpPr/>
          <p:nvPr userDrawn="1">
            <p:custDataLst>
              <p:tags r:id="rId35"/>
            </p:custDataLst>
          </p:nvPr>
        </p:nvSpPr>
        <p:spPr>
          <a:xfrm rot="10505744" flipH="1">
            <a:off x="9608820" y="-103505"/>
            <a:ext cx="2463800" cy="2938780"/>
          </a:xfrm>
          <a:custGeom>
            <a:avLst/>
            <a:gdLst>
              <a:gd name="connsiteX0" fmla="*/ 3712449 w 3831197"/>
              <a:gd name="connsiteY0" fmla="*/ 152245 h 2962385"/>
              <a:gd name="connsiteX1" fmla="*/ 3831197 w 3831197"/>
              <a:gd name="connsiteY1" fmla="*/ 25916 h 2962385"/>
              <a:gd name="connsiteX2" fmla="*/ 3775732 w 3831197"/>
              <a:gd name="connsiteY2" fmla="*/ 11653 h 2962385"/>
              <a:gd name="connsiteX3" fmla="*/ 3699385 w 3831197"/>
              <a:gd name="connsiteY3" fmla="*/ 0 h 2962385"/>
              <a:gd name="connsiteX4" fmla="*/ 0 w 3831197"/>
              <a:gd name="connsiteY4" fmla="*/ 2962385 h 2962385"/>
              <a:gd name="connsiteX5" fmla="*/ 1164890 w 3831197"/>
              <a:gd name="connsiteY5" fmla="*/ 2862432 h 2962385"/>
              <a:gd name="connsiteX6" fmla="*/ 2578372 w 3831197"/>
              <a:gd name="connsiteY6" fmla="*/ 1358717 h 2962385"/>
              <a:gd name="connsiteX7" fmla="*/ 2463816 w 3831197"/>
              <a:gd name="connsiteY7" fmla="*/ 23645 h 2962385"/>
              <a:gd name="connsiteX8" fmla="*/ 2260826 w 3831197"/>
              <a:gd name="connsiteY8" fmla="*/ 72487 h 2962385"/>
              <a:gd name="connsiteX9" fmla="*/ 9502 w 3831197"/>
              <a:gd name="connsiteY9" fmla="*/ 2774210 h 2962385"/>
              <a:gd name="connsiteX0-1" fmla="*/ 3712449 w 3831197"/>
              <a:gd name="connsiteY0-2" fmla="*/ 152245 h 2962385"/>
              <a:gd name="connsiteX1-3" fmla="*/ 3831197 w 3831197"/>
              <a:gd name="connsiteY1-4" fmla="*/ 25916 h 2962385"/>
              <a:gd name="connsiteX2-5" fmla="*/ 3699385 w 3831197"/>
              <a:gd name="connsiteY2-6" fmla="*/ 0 h 2962385"/>
              <a:gd name="connsiteX3-7" fmla="*/ 3712449 w 3831197"/>
              <a:gd name="connsiteY3-8" fmla="*/ 152245 h 2962385"/>
              <a:gd name="connsiteX4-9" fmla="*/ 0 w 3831197"/>
              <a:gd name="connsiteY4-10" fmla="*/ 2962385 h 2962385"/>
              <a:gd name="connsiteX5-11" fmla="*/ 1164890 w 3831197"/>
              <a:gd name="connsiteY5-12" fmla="*/ 2862432 h 2962385"/>
              <a:gd name="connsiteX6-13" fmla="*/ 2578372 w 3831197"/>
              <a:gd name="connsiteY6-14" fmla="*/ 1358717 h 2962385"/>
              <a:gd name="connsiteX7-15" fmla="*/ 2463816 w 3831197"/>
              <a:gd name="connsiteY7-16" fmla="*/ 23645 h 2962385"/>
              <a:gd name="connsiteX8-17" fmla="*/ 2260826 w 3831197"/>
              <a:gd name="connsiteY8-18" fmla="*/ 72487 h 2962385"/>
              <a:gd name="connsiteX9-19" fmla="*/ 9502 w 3831197"/>
              <a:gd name="connsiteY9-20" fmla="*/ 2774210 h 2962385"/>
              <a:gd name="connsiteX10" fmla="*/ 0 w 3831197"/>
              <a:gd name="connsiteY10" fmla="*/ 2962385 h 2962385"/>
              <a:gd name="connsiteX0-21" fmla="*/ 3712449 w 3712449"/>
              <a:gd name="connsiteY0-22" fmla="*/ 152245 h 2962385"/>
              <a:gd name="connsiteX1-23" fmla="*/ 3699385 w 3712449"/>
              <a:gd name="connsiteY1-24" fmla="*/ 0 h 2962385"/>
              <a:gd name="connsiteX2-25" fmla="*/ 3712449 w 3712449"/>
              <a:gd name="connsiteY2-26" fmla="*/ 152245 h 2962385"/>
              <a:gd name="connsiteX3-27" fmla="*/ 0 w 3712449"/>
              <a:gd name="connsiteY3-28" fmla="*/ 2962385 h 2962385"/>
              <a:gd name="connsiteX4-29" fmla="*/ 1164890 w 3712449"/>
              <a:gd name="connsiteY4-30" fmla="*/ 2862432 h 2962385"/>
              <a:gd name="connsiteX5-31" fmla="*/ 2578372 w 3712449"/>
              <a:gd name="connsiteY5-32" fmla="*/ 1358717 h 2962385"/>
              <a:gd name="connsiteX6-33" fmla="*/ 2463816 w 3712449"/>
              <a:gd name="connsiteY6-34" fmla="*/ 23645 h 2962385"/>
              <a:gd name="connsiteX7-35" fmla="*/ 2260826 w 3712449"/>
              <a:gd name="connsiteY7-36" fmla="*/ 72487 h 2962385"/>
              <a:gd name="connsiteX8-37" fmla="*/ 9502 w 3712449"/>
              <a:gd name="connsiteY8-38" fmla="*/ 2774210 h 2962385"/>
              <a:gd name="connsiteX9-39" fmla="*/ 0 w 3712449"/>
              <a:gd name="connsiteY9-40" fmla="*/ 2962385 h 2962385"/>
              <a:gd name="connsiteX0-41" fmla="*/ 0 w 2578372"/>
              <a:gd name="connsiteY0-42" fmla="*/ 2938740 h 2938740"/>
              <a:gd name="connsiteX1-43" fmla="*/ 1164890 w 2578372"/>
              <a:gd name="connsiteY1-44" fmla="*/ 2838787 h 2938740"/>
              <a:gd name="connsiteX2-45" fmla="*/ 2578372 w 2578372"/>
              <a:gd name="connsiteY2-46" fmla="*/ 1335072 h 2938740"/>
              <a:gd name="connsiteX3-47" fmla="*/ 2463816 w 2578372"/>
              <a:gd name="connsiteY3-48" fmla="*/ 0 h 2938740"/>
              <a:gd name="connsiteX4-49" fmla="*/ 2260826 w 2578372"/>
              <a:gd name="connsiteY4-50" fmla="*/ 48842 h 2938740"/>
              <a:gd name="connsiteX5-51" fmla="*/ 9502 w 2578372"/>
              <a:gd name="connsiteY5-52" fmla="*/ 2750565 h 2938740"/>
              <a:gd name="connsiteX6-53" fmla="*/ 0 w 2578372"/>
              <a:gd name="connsiteY6-54" fmla="*/ 2938740 h 2938740"/>
              <a:gd name="connsiteX0-55" fmla="*/ 2578372 w 2669812"/>
              <a:gd name="connsiteY0-56" fmla="*/ 1335072 h 2938740"/>
              <a:gd name="connsiteX1-57" fmla="*/ 2463816 w 2669812"/>
              <a:gd name="connsiteY1-58" fmla="*/ 0 h 2938740"/>
              <a:gd name="connsiteX2-59" fmla="*/ 2260826 w 2669812"/>
              <a:gd name="connsiteY2-60" fmla="*/ 48842 h 2938740"/>
              <a:gd name="connsiteX3-61" fmla="*/ 9502 w 2669812"/>
              <a:gd name="connsiteY3-62" fmla="*/ 2750565 h 2938740"/>
              <a:gd name="connsiteX4-63" fmla="*/ 0 w 2669812"/>
              <a:gd name="connsiteY4-64" fmla="*/ 2938740 h 2938740"/>
              <a:gd name="connsiteX5-65" fmla="*/ 1164890 w 2669812"/>
              <a:gd name="connsiteY5-66" fmla="*/ 2838787 h 2938740"/>
              <a:gd name="connsiteX6-67" fmla="*/ 2669812 w 2669812"/>
              <a:gd name="connsiteY6-68" fmla="*/ 1426512 h 2938740"/>
              <a:gd name="connsiteX0-69" fmla="*/ 2578372 w 2578372"/>
              <a:gd name="connsiteY0-70" fmla="*/ 1335072 h 2938740"/>
              <a:gd name="connsiteX1-71" fmla="*/ 2463816 w 2578372"/>
              <a:gd name="connsiteY1-72" fmla="*/ 0 h 2938740"/>
              <a:gd name="connsiteX2-73" fmla="*/ 2260826 w 2578372"/>
              <a:gd name="connsiteY2-74" fmla="*/ 48842 h 2938740"/>
              <a:gd name="connsiteX3-75" fmla="*/ 9502 w 2578372"/>
              <a:gd name="connsiteY3-76" fmla="*/ 2750565 h 2938740"/>
              <a:gd name="connsiteX4-77" fmla="*/ 0 w 2578372"/>
              <a:gd name="connsiteY4-78" fmla="*/ 2938740 h 2938740"/>
              <a:gd name="connsiteX5-79" fmla="*/ 1164890 w 2578372"/>
              <a:gd name="connsiteY5-80" fmla="*/ 2838787 h 2938740"/>
              <a:gd name="connsiteX0-81" fmla="*/ 2463816 w 2463816"/>
              <a:gd name="connsiteY0-82" fmla="*/ 0 h 2938740"/>
              <a:gd name="connsiteX1-83" fmla="*/ 2260826 w 2463816"/>
              <a:gd name="connsiteY1-84" fmla="*/ 48842 h 2938740"/>
              <a:gd name="connsiteX2-85" fmla="*/ 9502 w 2463816"/>
              <a:gd name="connsiteY2-86" fmla="*/ 2750565 h 2938740"/>
              <a:gd name="connsiteX3-87" fmla="*/ 0 w 2463816"/>
              <a:gd name="connsiteY3-88" fmla="*/ 2938740 h 2938740"/>
              <a:gd name="connsiteX4-89" fmla="*/ 1164890 w 2463816"/>
              <a:gd name="connsiteY4-90" fmla="*/ 2838787 h 2938740"/>
              <a:gd name="connsiteX0-91" fmla="*/ 2463816 w 2463816"/>
              <a:gd name="connsiteY0-92" fmla="*/ 0 h 2938740"/>
              <a:gd name="connsiteX1-93" fmla="*/ 2260826 w 2463816"/>
              <a:gd name="connsiteY1-94" fmla="*/ 48842 h 2938740"/>
              <a:gd name="connsiteX2-95" fmla="*/ 9502 w 2463816"/>
              <a:gd name="connsiteY2-96" fmla="*/ 2750565 h 2938740"/>
              <a:gd name="connsiteX3-97" fmla="*/ 0 w 2463816"/>
              <a:gd name="connsiteY3-98" fmla="*/ 2938740 h 2938740"/>
            </a:gdLst>
            <a:ahLst/>
            <a:cxnLst>
              <a:cxn ang="0">
                <a:pos x="connsiteX0-1" y="connsiteY0-2"/>
              </a:cxn>
              <a:cxn ang="0">
                <a:pos x="connsiteX1-3" y="connsiteY1-4"/>
              </a:cxn>
              <a:cxn ang="0">
                <a:pos x="connsiteX2-5" y="connsiteY2-6"/>
              </a:cxn>
              <a:cxn ang="0">
                <a:pos x="connsiteX3-7" y="connsiteY3-8"/>
              </a:cxn>
            </a:cxnLst>
            <a:rect l="l" t="t" r="r" b="b"/>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4" name="任意多边形: 形状 103"/>
          <p:cNvSpPr/>
          <p:nvPr userDrawn="1">
            <p:custDataLst>
              <p:tags r:id="rId36"/>
            </p:custDataLst>
          </p:nvPr>
        </p:nvSpPr>
        <p:spPr>
          <a:xfrm rot="10505744" flipH="1">
            <a:off x="9788525" y="-95885"/>
            <a:ext cx="2292350" cy="2734945"/>
          </a:xfrm>
          <a:custGeom>
            <a:avLst/>
            <a:gdLst>
              <a:gd name="connsiteX0" fmla="*/ 3543454 w 3674459"/>
              <a:gd name="connsiteY0" fmla="*/ 174590 h 2755357"/>
              <a:gd name="connsiteX1" fmla="*/ 3674459 w 3674459"/>
              <a:gd name="connsiteY1" fmla="*/ 35203 h 2755357"/>
              <a:gd name="connsiteX2" fmla="*/ 3550854 w 3674459"/>
              <a:gd name="connsiteY2" fmla="*/ 3416 h 2755357"/>
              <a:gd name="connsiteX3" fmla="*/ 3528473 w 3674459"/>
              <a:gd name="connsiteY3" fmla="*/ 0 h 2755357"/>
              <a:gd name="connsiteX4" fmla="*/ 0 w 3674459"/>
              <a:gd name="connsiteY4" fmla="*/ 2755357 h 2755357"/>
              <a:gd name="connsiteX5" fmla="*/ 1215935 w 3674459"/>
              <a:gd name="connsiteY5" fmla="*/ 2651024 h 2755357"/>
              <a:gd name="connsiteX6" fmla="*/ 2409391 w 3674459"/>
              <a:gd name="connsiteY6" fmla="*/ 1381211 h 2755357"/>
              <a:gd name="connsiteX7" fmla="*/ 2292632 w 3674459"/>
              <a:gd name="connsiteY7" fmla="*/ 20477 h 2755357"/>
              <a:gd name="connsiteX8" fmla="*/ 2125687 w 3674459"/>
              <a:gd name="connsiteY8" fmla="*/ 60646 h 2755357"/>
              <a:gd name="connsiteX9" fmla="*/ 7726 w 3674459"/>
              <a:gd name="connsiteY9" fmla="*/ 2602325 h 2755357"/>
              <a:gd name="connsiteX0-1" fmla="*/ 3543454 w 3550854"/>
              <a:gd name="connsiteY0-2" fmla="*/ 174590 h 2755357"/>
              <a:gd name="connsiteX1-3" fmla="*/ 3550854 w 3550854"/>
              <a:gd name="connsiteY1-4" fmla="*/ 3416 h 2755357"/>
              <a:gd name="connsiteX2-5" fmla="*/ 3528473 w 3550854"/>
              <a:gd name="connsiteY2-6" fmla="*/ 0 h 2755357"/>
              <a:gd name="connsiteX3-7" fmla="*/ 3543454 w 3550854"/>
              <a:gd name="connsiteY3-8" fmla="*/ 174590 h 2755357"/>
              <a:gd name="connsiteX4-9" fmla="*/ 0 w 3550854"/>
              <a:gd name="connsiteY4-10" fmla="*/ 2755357 h 2755357"/>
              <a:gd name="connsiteX5-11" fmla="*/ 1215935 w 3550854"/>
              <a:gd name="connsiteY5-12" fmla="*/ 2651024 h 2755357"/>
              <a:gd name="connsiteX6-13" fmla="*/ 2409391 w 3550854"/>
              <a:gd name="connsiteY6-14" fmla="*/ 1381211 h 2755357"/>
              <a:gd name="connsiteX7-15" fmla="*/ 2292632 w 3550854"/>
              <a:gd name="connsiteY7-16" fmla="*/ 20477 h 2755357"/>
              <a:gd name="connsiteX8-17" fmla="*/ 2125687 w 3550854"/>
              <a:gd name="connsiteY8-18" fmla="*/ 60646 h 2755357"/>
              <a:gd name="connsiteX9-19" fmla="*/ 7726 w 3550854"/>
              <a:gd name="connsiteY9-20" fmla="*/ 2602325 h 2755357"/>
              <a:gd name="connsiteX10" fmla="*/ 0 w 3550854"/>
              <a:gd name="connsiteY10" fmla="*/ 2755357 h 2755357"/>
              <a:gd name="connsiteX0-21" fmla="*/ 3543454 w 3550854"/>
              <a:gd name="connsiteY0-22" fmla="*/ 171174 h 2751941"/>
              <a:gd name="connsiteX1-23" fmla="*/ 3550854 w 3550854"/>
              <a:gd name="connsiteY1-24" fmla="*/ 0 h 2751941"/>
              <a:gd name="connsiteX2-25" fmla="*/ 3543454 w 3550854"/>
              <a:gd name="connsiteY2-26" fmla="*/ 171174 h 2751941"/>
              <a:gd name="connsiteX3-27" fmla="*/ 0 w 3550854"/>
              <a:gd name="connsiteY3-28" fmla="*/ 2751941 h 2751941"/>
              <a:gd name="connsiteX4-29" fmla="*/ 1215935 w 3550854"/>
              <a:gd name="connsiteY4-30" fmla="*/ 2647608 h 2751941"/>
              <a:gd name="connsiteX5-31" fmla="*/ 2409391 w 3550854"/>
              <a:gd name="connsiteY5-32" fmla="*/ 1377795 h 2751941"/>
              <a:gd name="connsiteX6-33" fmla="*/ 2292632 w 3550854"/>
              <a:gd name="connsiteY6-34" fmla="*/ 17061 h 2751941"/>
              <a:gd name="connsiteX7-35" fmla="*/ 2125687 w 3550854"/>
              <a:gd name="connsiteY7-36" fmla="*/ 57230 h 2751941"/>
              <a:gd name="connsiteX8-37" fmla="*/ 7726 w 3550854"/>
              <a:gd name="connsiteY8-38" fmla="*/ 2598909 h 2751941"/>
              <a:gd name="connsiteX9-39" fmla="*/ 0 w 3550854"/>
              <a:gd name="connsiteY9-40" fmla="*/ 2751941 h 2751941"/>
              <a:gd name="connsiteX0-41" fmla="*/ 0 w 2409391"/>
              <a:gd name="connsiteY0-42" fmla="*/ 2734880 h 2734880"/>
              <a:gd name="connsiteX1-43" fmla="*/ 1215935 w 2409391"/>
              <a:gd name="connsiteY1-44" fmla="*/ 2630547 h 2734880"/>
              <a:gd name="connsiteX2-45" fmla="*/ 2409391 w 2409391"/>
              <a:gd name="connsiteY2-46" fmla="*/ 1360734 h 2734880"/>
              <a:gd name="connsiteX3-47" fmla="*/ 2292632 w 2409391"/>
              <a:gd name="connsiteY3-48" fmla="*/ 0 h 2734880"/>
              <a:gd name="connsiteX4-49" fmla="*/ 2125687 w 2409391"/>
              <a:gd name="connsiteY4-50" fmla="*/ 40169 h 2734880"/>
              <a:gd name="connsiteX5-51" fmla="*/ 7726 w 2409391"/>
              <a:gd name="connsiteY5-52" fmla="*/ 2581848 h 2734880"/>
              <a:gd name="connsiteX6-53" fmla="*/ 0 w 2409391"/>
              <a:gd name="connsiteY6-54" fmla="*/ 2734880 h 2734880"/>
              <a:gd name="connsiteX0-55" fmla="*/ 2409391 w 2500831"/>
              <a:gd name="connsiteY0-56" fmla="*/ 1360734 h 2734880"/>
              <a:gd name="connsiteX1-57" fmla="*/ 2292632 w 2500831"/>
              <a:gd name="connsiteY1-58" fmla="*/ 0 h 2734880"/>
              <a:gd name="connsiteX2-59" fmla="*/ 2125687 w 2500831"/>
              <a:gd name="connsiteY2-60" fmla="*/ 40169 h 2734880"/>
              <a:gd name="connsiteX3-61" fmla="*/ 7726 w 2500831"/>
              <a:gd name="connsiteY3-62" fmla="*/ 2581848 h 2734880"/>
              <a:gd name="connsiteX4-63" fmla="*/ 0 w 2500831"/>
              <a:gd name="connsiteY4-64" fmla="*/ 2734880 h 2734880"/>
              <a:gd name="connsiteX5-65" fmla="*/ 1215935 w 2500831"/>
              <a:gd name="connsiteY5-66" fmla="*/ 2630547 h 2734880"/>
              <a:gd name="connsiteX6-67" fmla="*/ 2500831 w 2500831"/>
              <a:gd name="connsiteY6-68" fmla="*/ 1452174 h 2734880"/>
              <a:gd name="connsiteX0-69" fmla="*/ 2409391 w 2409391"/>
              <a:gd name="connsiteY0-70" fmla="*/ 1360734 h 2734880"/>
              <a:gd name="connsiteX1-71" fmla="*/ 2292632 w 2409391"/>
              <a:gd name="connsiteY1-72" fmla="*/ 0 h 2734880"/>
              <a:gd name="connsiteX2-73" fmla="*/ 2125687 w 2409391"/>
              <a:gd name="connsiteY2-74" fmla="*/ 40169 h 2734880"/>
              <a:gd name="connsiteX3-75" fmla="*/ 7726 w 2409391"/>
              <a:gd name="connsiteY3-76" fmla="*/ 2581848 h 2734880"/>
              <a:gd name="connsiteX4-77" fmla="*/ 0 w 2409391"/>
              <a:gd name="connsiteY4-78" fmla="*/ 2734880 h 2734880"/>
              <a:gd name="connsiteX5-79" fmla="*/ 1215935 w 2409391"/>
              <a:gd name="connsiteY5-80" fmla="*/ 2630547 h 2734880"/>
              <a:gd name="connsiteX0-81" fmla="*/ 2292632 w 2292632"/>
              <a:gd name="connsiteY0-82" fmla="*/ 0 h 2734880"/>
              <a:gd name="connsiteX1-83" fmla="*/ 2125687 w 2292632"/>
              <a:gd name="connsiteY1-84" fmla="*/ 40169 h 2734880"/>
              <a:gd name="connsiteX2-85" fmla="*/ 7726 w 2292632"/>
              <a:gd name="connsiteY2-86" fmla="*/ 2581848 h 2734880"/>
              <a:gd name="connsiteX3-87" fmla="*/ 0 w 2292632"/>
              <a:gd name="connsiteY3-88" fmla="*/ 2734880 h 2734880"/>
              <a:gd name="connsiteX4-89" fmla="*/ 1215935 w 2292632"/>
              <a:gd name="connsiteY4-90" fmla="*/ 2630547 h 2734880"/>
              <a:gd name="connsiteX0-91" fmla="*/ 2292632 w 2292632"/>
              <a:gd name="connsiteY0-92" fmla="*/ 0 h 2734880"/>
              <a:gd name="connsiteX1-93" fmla="*/ 2125687 w 2292632"/>
              <a:gd name="connsiteY1-94" fmla="*/ 40169 h 2734880"/>
              <a:gd name="connsiteX2-95" fmla="*/ 7726 w 2292632"/>
              <a:gd name="connsiteY2-96" fmla="*/ 2581848 h 2734880"/>
              <a:gd name="connsiteX3-97" fmla="*/ 0 w 2292632"/>
              <a:gd name="connsiteY3-98" fmla="*/ 2734880 h 2734880"/>
            </a:gdLst>
            <a:ahLst/>
            <a:cxnLst>
              <a:cxn ang="0">
                <a:pos x="connsiteX0-1" y="connsiteY0-2"/>
              </a:cxn>
              <a:cxn ang="0">
                <a:pos x="connsiteX1-3" y="connsiteY1-4"/>
              </a:cxn>
              <a:cxn ang="0">
                <a:pos x="connsiteX2-5" y="connsiteY2-6"/>
              </a:cxn>
              <a:cxn ang="0">
                <a:pos x="connsiteX3-7" y="connsiteY3-8"/>
              </a:cxn>
            </a:cxnLst>
            <a:rect l="l" t="t" r="r" b="b"/>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5" name="任意多边形: 形状 94"/>
          <p:cNvSpPr/>
          <p:nvPr userDrawn="1">
            <p:custDataLst>
              <p:tags r:id="rId37"/>
            </p:custDataLst>
          </p:nvPr>
        </p:nvSpPr>
        <p:spPr>
          <a:xfrm rot="10505744" flipH="1">
            <a:off x="9949815" y="-88900"/>
            <a:ext cx="2138680" cy="2551430"/>
          </a:xfrm>
          <a:custGeom>
            <a:avLst/>
            <a:gdLst>
              <a:gd name="connsiteX0" fmla="*/ 3390617 w 3526138"/>
              <a:gd name="connsiteY0" fmla="*/ 183198 h 2566238"/>
              <a:gd name="connsiteX1" fmla="*/ 3526138 w 3526138"/>
              <a:gd name="connsiteY1" fmla="*/ 38892 h 2566238"/>
              <a:gd name="connsiteX2" fmla="*/ 3374898 w 3526138"/>
              <a:gd name="connsiteY2" fmla="*/ 0 h 2566238"/>
              <a:gd name="connsiteX3" fmla="*/ 0 w 3526138"/>
              <a:gd name="connsiteY3" fmla="*/ 2566238 h 2566238"/>
              <a:gd name="connsiteX4" fmla="*/ 1253677 w 3526138"/>
              <a:gd name="connsiteY4" fmla="*/ 2458666 h 2566238"/>
              <a:gd name="connsiteX5" fmla="*/ 2256629 w 3526138"/>
              <a:gd name="connsiteY5" fmla="*/ 1390697 h 2566238"/>
              <a:gd name="connsiteX6" fmla="*/ 2138572 w 3526138"/>
              <a:gd name="connsiteY6" fmla="*/ 14824 h 2566238"/>
              <a:gd name="connsiteX7" fmla="*/ 2004062 w 3526138"/>
              <a:gd name="connsiteY7" fmla="*/ 47188 h 2566238"/>
              <a:gd name="connsiteX8" fmla="*/ 6130 w 3526138"/>
              <a:gd name="connsiteY8" fmla="*/ 2444828 h 2566238"/>
              <a:gd name="connsiteX0-1" fmla="*/ 3390617 w 3390617"/>
              <a:gd name="connsiteY0-2" fmla="*/ 183198 h 2566238"/>
              <a:gd name="connsiteX1-3" fmla="*/ 3374898 w 3390617"/>
              <a:gd name="connsiteY1-4" fmla="*/ 0 h 2566238"/>
              <a:gd name="connsiteX2-5" fmla="*/ 3390617 w 3390617"/>
              <a:gd name="connsiteY2-6" fmla="*/ 183198 h 2566238"/>
              <a:gd name="connsiteX3-7" fmla="*/ 0 w 3390617"/>
              <a:gd name="connsiteY3-8" fmla="*/ 2566238 h 2566238"/>
              <a:gd name="connsiteX4-9" fmla="*/ 1253677 w 3390617"/>
              <a:gd name="connsiteY4-10" fmla="*/ 2458666 h 2566238"/>
              <a:gd name="connsiteX5-11" fmla="*/ 2256629 w 3390617"/>
              <a:gd name="connsiteY5-12" fmla="*/ 1390697 h 2566238"/>
              <a:gd name="connsiteX6-13" fmla="*/ 2138572 w 3390617"/>
              <a:gd name="connsiteY6-14" fmla="*/ 14824 h 2566238"/>
              <a:gd name="connsiteX7-15" fmla="*/ 2004062 w 3390617"/>
              <a:gd name="connsiteY7-16" fmla="*/ 47188 h 2566238"/>
              <a:gd name="connsiteX8-17" fmla="*/ 6130 w 3390617"/>
              <a:gd name="connsiteY8-18" fmla="*/ 2444828 h 2566238"/>
              <a:gd name="connsiteX9" fmla="*/ 0 w 3390617"/>
              <a:gd name="connsiteY9" fmla="*/ 2566238 h 2566238"/>
              <a:gd name="connsiteX0-19" fmla="*/ 0 w 2256629"/>
              <a:gd name="connsiteY0-20" fmla="*/ 2551414 h 2551414"/>
              <a:gd name="connsiteX1-21" fmla="*/ 1253677 w 2256629"/>
              <a:gd name="connsiteY1-22" fmla="*/ 2443842 h 2551414"/>
              <a:gd name="connsiteX2-23" fmla="*/ 2256629 w 2256629"/>
              <a:gd name="connsiteY2-24" fmla="*/ 1375873 h 2551414"/>
              <a:gd name="connsiteX3-25" fmla="*/ 2138572 w 2256629"/>
              <a:gd name="connsiteY3-26" fmla="*/ 0 h 2551414"/>
              <a:gd name="connsiteX4-27" fmla="*/ 2004062 w 2256629"/>
              <a:gd name="connsiteY4-28" fmla="*/ 32364 h 2551414"/>
              <a:gd name="connsiteX5-29" fmla="*/ 6130 w 2256629"/>
              <a:gd name="connsiteY5-30" fmla="*/ 2430004 h 2551414"/>
              <a:gd name="connsiteX6-31" fmla="*/ 0 w 2256629"/>
              <a:gd name="connsiteY6-32" fmla="*/ 2551414 h 2551414"/>
              <a:gd name="connsiteX0-33" fmla="*/ 2256629 w 2348069"/>
              <a:gd name="connsiteY0-34" fmla="*/ 1375873 h 2551414"/>
              <a:gd name="connsiteX1-35" fmla="*/ 2138572 w 2348069"/>
              <a:gd name="connsiteY1-36" fmla="*/ 0 h 2551414"/>
              <a:gd name="connsiteX2-37" fmla="*/ 2004062 w 2348069"/>
              <a:gd name="connsiteY2-38" fmla="*/ 32364 h 2551414"/>
              <a:gd name="connsiteX3-39" fmla="*/ 6130 w 2348069"/>
              <a:gd name="connsiteY3-40" fmla="*/ 2430004 h 2551414"/>
              <a:gd name="connsiteX4-41" fmla="*/ 0 w 2348069"/>
              <a:gd name="connsiteY4-42" fmla="*/ 2551414 h 2551414"/>
              <a:gd name="connsiteX5-43" fmla="*/ 1253677 w 2348069"/>
              <a:gd name="connsiteY5-44" fmla="*/ 2443842 h 2551414"/>
              <a:gd name="connsiteX6-45" fmla="*/ 2348069 w 2348069"/>
              <a:gd name="connsiteY6-46" fmla="*/ 1467313 h 2551414"/>
              <a:gd name="connsiteX0-47" fmla="*/ 2256629 w 2256629"/>
              <a:gd name="connsiteY0-48" fmla="*/ 1375873 h 2551414"/>
              <a:gd name="connsiteX1-49" fmla="*/ 2138572 w 2256629"/>
              <a:gd name="connsiteY1-50" fmla="*/ 0 h 2551414"/>
              <a:gd name="connsiteX2-51" fmla="*/ 2004062 w 2256629"/>
              <a:gd name="connsiteY2-52" fmla="*/ 32364 h 2551414"/>
              <a:gd name="connsiteX3-53" fmla="*/ 6130 w 2256629"/>
              <a:gd name="connsiteY3-54" fmla="*/ 2430004 h 2551414"/>
              <a:gd name="connsiteX4-55" fmla="*/ 0 w 2256629"/>
              <a:gd name="connsiteY4-56" fmla="*/ 2551414 h 2551414"/>
              <a:gd name="connsiteX5-57" fmla="*/ 1253677 w 2256629"/>
              <a:gd name="connsiteY5-58" fmla="*/ 2443842 h 2551414"/>
              <a:gd name="connsiteX0-59" fmla="*/ 2138572 w 2138572"/>
              <a:gd name="connsiteY0-60" fmla="*/ 0 h 2551414"/>
              <a:gd name="connsiteX1-61" fmla="*/ 2004062 w 2138572"/>
              <a:gd name="connsiteY1-62" fmla="*/ 32364 h 2551414"/>
              <a:gd name="connsiteX2-63" fmla="*/ 6130 w 2138572"/>
              <a:gd name="connsiteY2-64" fmla="*/ 2430004 h 2551414"/>
              <a:gd name="connsiteX3-65" fmla="*/ 0 w 2138572"/>
              <a:gd name="connsiteY3-66" fmla="*/ 2551414 h 2551414"/>
              <a:gd name="connsiteX4-67" fmla="*/ 1253677 w 2138572"/>
              <a:gd name="connsiteY4-68" fmla="*/ 2443842 h 2551414"/>
              <a:gd name="connsiteX0-69" fmla="*/ 2138572 w 2138572"/>
              <a:gd name="connsiteY0-70" fmla="*/ 0 h 2551414"/>
              <a:gd name="connsiteX1-71" fmla="*/ 2004062 w 2138572"/>
              <a:gd name="connsiteY1-72" fmla="*/ 32364 h 2551414"/>
              <a:gd name="connsiteX2-73" fmla="*/ 6130 w 2138572"/>
              <a:gd name="connsiteY2-74" fmla="*/ 2430004 h 2551414"/>
              <a:gd name="connsiteX3-75" fmla="*/ 0 w 2138572"/>
              <a:gd name="connsiteY3-76" fmla="*/ 2551414 h 2551414"/>
            </a:gdLst>
            <a:ahLst/>
            <a:cxnLst>
              <a:cxn ang="0">
                <a:pos x="connsiteX0-1" y="connsiteY0-2"/>
              </a:cxn>
              <a:cxn ang="0">
                <a:pos x="connsiteX1-3" y="connsiteY1-4"/>
              </a:cxn>
              <a:cxn ang="0">
                <a:pos x="connsiteX2-5" y="connsiteY2-6"/>
              </a:cxn>
              <a:cxn ang="0">
                <a:pos x="connsiteX3-7" y="connsiteY3-8"/>
              </a:cxn>
            </a:cxnLst>
            <a:rect l="l" t="t" r="r" b="b"/>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8" name="任意多边形: 形状 97"/>
          <p:cNvSpPr/>
          <p:nvPr userDrawn="1">
            <p:custDataLst>
              <p:tags r:id="rId38"/>
            </p:custDataLst>
          </p:nvPr>
        </p:nvSpPr>
        <p:spPr>
          <a:xfrm rot="10505744" flipH="1">
            <a:off x="10100310" y="-82550"/>
            <a:ext cx="1995170" cy="2380615"/>
          </a:xfrm>
          <a:custGeom>
            <a:avLst/>
            <a:gdLst>
              <a:gd name="connsiteX0" fmla="*/ 3247441 w 3377678"/>
              <a:gd name="connsiteY0" fmla="*/ 176150 h 2388211"/>
              <a:gd name="connsiteX1" fmla="*/ 3377678 w 3377678"/>
              <a:gd name="connsiteY1" fmla="*/ 37378 h 2388211"/>
              <a:gd name="connsiteX2" fmla="*/ 3232327 w 3377678"/>
              <a:gd name="connsiteY2" fmla="*/ 0 h 2388211"/>
              <a:gd name="connsiteX3" fmla="*/ 0 w 3377678"/>
              <a:gd name="connsiteY3" fmla="*/ 2388211 h 2388211"/>
              <a:gd name="connsiteX4" fmla="*/ 1274032 w 3377678"/>
              <a:gd name="connsiteY4" fmla="*/ 2278892 h 2388211"/>
              <a:gd name="connsiteX5" fmla="*/ 2113517 w 3377678"/>
              <a:gd name="connsiteY5" fmla="*/ 1384390 h 2388211"/>
              <a:gd name="connsiteX6" fmla="*/ 1995359 w 3377678"/>
              <a:gd name="connsiteY6" fmla="*/ 7348 h 2388211"/>
              <a:gd name="connsiteX7" fmla="*/ 1891005 w 3377678"/>
              <a:gd name="connsiteY7" fmla="*/ 32457 h 2388211"/>
              <a:gd name="connsiteX8" fmla="*/ 4645 w 3377678"/>
              <a:gd name="connsiteY8" fmla="*/ 2296201 h 2388211"/>
              <a:gd name="connsiteX0-1" fmla="*/ 3247441 w 3247441"/>
              <a:gd name="connsiteY0-2" fmla="*/ 176150 h 2388211"/>
              <a:gd name="connsiteX1-3" fmla="*/ 3232327 w 3247441"/>
              <a:gd name="connsiteY1-4" fmla="*/ 0 h 2388211"/>
              <a:gd name="connsiteX2-5" fmla="*/ 3247441 w 3247441"/>
              <a:gd name="connsiteY2-6" fmla="*/ 176150 h 2388211"/>
              <a:gd name="connsiteX3-7" fmla="*/ 0 w 3247441"/>
              <a:gd name="connsiteY3-8" fmla="*/ 2388211 h 2388211"/>
              <a:gd name="connsiteX4-9" fmla="*/ 1274032 w 3247441"/>
              <a:gd name="connsiteY4-10" fmla="*/ 2278892 h 2388211"/>
              <a:gd name="connsiteX5-11" fmla="*/ 2113517 w 3247441"/>
              <a:gd name="connsiteY5-12" fmla="*/ 1384390 h 2388211"/>
              <a:gd name="connsiteX6-13" fmla="*/ 1995359 w 3247441"/>
              <a:gd name="connsiteY6-14" fmla="*/ 7348 h 2388211"/>
              <a:gd name="connsiteX7-15" fmla="*/ 1891005 w 3247441"/>
              <a:gd name="connsiteY7-16" fmla="*/ 32457 h 2388211"/>
              <a:gd name="connsiteX8-17" fmla="*/ 4645 w 3247441"/>
              <a:gd name="connsiteY8-18" fmla="*/ 2296201 h 2388211"/>
              <a:gd name="connsiteX9" fmla="*/ 0 w 3247441"/>
              <a:gd name="connsiteY9" fmla="*/ 2388211 h 2388211"/>
              <a:gd name="connsiteX0-19" fmla="*/ 0 w 2113517"/>
              <a:gd name="connsiteY0-20" fmla="*/ 2380863 h 2380863"/>
              <a:gd name="connsiteX1-21" fmla="*/ 1274032 w 2113517"/>
              <a:gd name="connsiteY1-22" fmla="*/ 2271544 h 2380863"/>
              <a:gd name="connsiteX2-23" fmla="*/ 2113517 w 2113517"/>
              <a:gd name="connsiteY2-24" fmla="*/ 1377042 h 2380863"/>
              <a:gd name="connsiteX3-25" fmla="*/ 1995359 w 2113517"/>
              <a:gd name="connsiteY3-26" fmla="*/ 0 h 2380863"/>
              <a:gd name="connsiteX4-27" fmla="*/ 1891005 w 2113517"/>
              <a:gd name="connsiteY4-28" fmla="*/ 25109 h 2380863"/>
              <a:gd name="connsiteX5-29" fmla="*/ 4645 w 2113517"/>
              <a:gd name="connsiteY5-30" fmla="*/ 2288853 h 2380863"/>
              <a:gd name="connsiteX6-31" fmla="*/ 0 w 2113517"/>
              <a:gd name="connsiteY6-32" fmla="*/ 2380863 h 2380863"/>
              <a:gd name="connsiteX0-33" fmla="*/ 2113517 w 2204957"/>
              <a:gd name="connsiteY0-34" fmla="*/ 1377042 h 2380863"/>
              <a:gd name="connsiteX1-35" fmla="*/ 1995359 w 2204957"/>
              <a:gd name="connsiteY1-36" fmla="*/ 0 h 2380863"/>
              <a:gd name="connsiteX2-37" fmla="*/ 1891005 w 2204957"/>
              <a:gd name="connsiteY2-38" fmla="*/ 25109 h 2380863"/>
              <a:gd name="connsiteX3-39" fmla="*/ 4645 w 2204957"/>
              <a:gd name="connsiteY3-40" fmla="*/ 2288853 h 2380863"/>
              <a:gd name="connsiteX4-41" fmla="*/ 0 w 2204957"/>
              <a:gd name="connsiteY4-42" fmla="*/ 2380863 h 2380863"/>
              <a:gd name="connsiteX5-43" fmla="*/ 1274032 w 2204957"/>
              <a:gd name="connsiteY5-44" fmla="*/ 2271544 h 2380863"/>
              <a:gd name="connsiteX6-45" fmla="*/ 2204957 w 2204957"/>
              <a:gd name="connsiteY6-46" fmla="*/ 1468482 h 2380863"/>
              <a:gd name="connsiteX0-47" fmla="*/ 2113517 w 2113517"/>
              <a:gd name="connsiteY0-48" fmla="*/ 1377042 h 2380863"/>
              <a:gd name="connsiteX1-49" fmla="*/ 1995359 w 2113517"/>
              <a:gd name="connsiteY1-50" fmla="*/ 0 h 2380863"/>
              <a:gd name="connsiteX2-51" fmla="*/ 1891005 w 2113517"/>
              <a:gd name="connsiteY2-52" fmla="*/ 25109 h 2380863"/>
              <a:gd name="connsiteX3-53" fmla="*/ 4645 w 2113517"/>
              <a:gd name="connsiteY3-54" fmla="*/ 2288853 h 2380863"/>
              <a:gd name="connsiteX4-55" fmla="*/ 0 w 2113517"/>
              <a:gd name="connsiteY4-56" fmla="*/ 2380863 h 2380863"/>
              <a:gd name="connsiteX5-57" fmla="*/ 1274032 w 2113517"/>
              <a:gd name="connsiteY5-58" fmla="*/ 2271544 h 2380863"/>
              <a:gd name="connsiteX0-59" fmla="*/ 1995359 w 1995359"/>
              <a:gd name="connsiteY0-60" fmla="*/ 0 h 2380863"/>
              <a:gd name="connsiteX1-61" fmla="*/ 1891005 w 1995359"/>
              <a:gd name="connsiteY1-62" fmla="*/ 25109 h 2380863"/>
              <a:gd name="connsiteX2-63" fmla="*/ 4645 w 1995359"/>
              <a:gd name="connsiteY2-64" fmla="*/ 2288853 h 2380863"/>
              <a:gd name="connsiteX3-65" fmla="*/ 0 w 1995359"/>
              <a:gd name="connsiteY3-66" fmla="*/ 2380863 h 2380863"/>
              <a:gd name="connsiteX4-67" fmla="*/ 1274032 w 1995359"/>
              <a:gd name="connsiteY4-68" fmla="*/ 2271544 h 2380863"/>
              <a:gd name="connsiteX0-69" fmla="*/ 1995359 w 1995359"/>
              <a:gd name="connsiteY0-70" fmla="*/ 0 h 2380863"/>
              <a:gd name="connsiteX1-71" fmla="*/ 1891005 w 1995359"/>
              <a:gd name="connsiteY1-72" fmla="*/ 25109 h 2380863"/>
              <a:gd name="connsiteX2-73" fmla="*/ 4645 w 1995359"/>
              <a:gd name="connsiteY2-74" fmla="*/ 2288853 h 2380863"/>
              <a:gd name="connsiteX3-75" fmla="*/ 0 w 1995359"/>
              <a:gd name="connsiteY3-76" fmla="*/ 2380863 h 2380863"/>
            </a:gdLst>
            <a:ahLst/>
            <a:cxnLst>
              <a:cxn ang="0">
                <a:pos x="connsiteX0-1" y="connsiteY0-2"/>
              </a:cxn>
              <a:cxn ang="0">
                <a:pos x="connsiteX1-3" y="connsiteY1-4"/>
              </a:cxn>
              <a:cxn ang="0">
                <a:pos x="connsiteX2-5" y="connsiteY2-6"/>
              </a:cxn>
              <a:cxn ang="0">
                <a:pos x="connsiteX3-7" y="connsiteY3-8"/>
              </a:cxn>
            </a:cxnLst>
            <a:rect l="l" t="t" r="r" b="b"/>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2" name="任意多边形: 形状 91"/>
          <p:cNvSpPr/>
          <p:nvPr userDrawn="1">
            <p:custDataLst>
              <p:tags r:id="rId39"/>
            </p:custDataLst>
          </p:nvPr>
        </p:nvSpPr>
        <p:spPr>
          <a:xfrm rot="10505744" flipH="1">
            <a:off x="10252710" y="-76200"/>
            <a:ext cx="1849755" cy="2207895"/>
          </a:xfrm>
          <a:custGeom>
            <a:avLst/>
            <a:gdLst>
              <a:gd name="connsiteX0" fmla="*/ 3101494 w 3221135"/>
              <a:gd name="connsiteY0" fmla="*/ 163645 h 2207585"/>
              <a:gd name="connsiteX1" fmla="*/ 3221135 w 3221135"/>
              <a:gd name="connsiteY1" fmla="*/ 36184 h 2207585"/>
              <a:gd name="connsiteX2" fmla="*/ 3206776 w 3221135"/>
              <a:gd name="connsiteY2" fmla="*/ 30928 h 2207585"/>
              <a:gd name="connsiteX3" fmla="*/ 3087752 w 3221135"/>
              <a:gd name="connsiteY3" fmla="*/ 3494 h 2207585"/>
              <a:gd name="connsiteX4" fmla="*/ 0 w 3221135"/>
              <a:gd name="connsiteY4" fmla="*/ 2207585 h 2207585"/>
              <a:gd name="connsiteX5" fmla="*/ 1286575 w 3221135"/>
              <a:gd name="connsiteY5" fmla="*/ 2097190 h 2207585"/>
              <a:gd name="connsiteX6" fmla="*/ 1967553 w 3221135"/>
              <a:gd name="connsiteY6" fmla="*/ 1371702 h 2207585"/>
              <a:gd name="connsiteX7" fmla="*/ 1849854 w 3221135"/>
              <a:gd name="connsiteY7" fmla="*/ 0 h 2207585"/>
              <a:gd name="connsiteX8" fmla="*/ 1776137 w 3221135"/>
              <a:gd name="connsiteY8" fmla="*/ 17738 h 2207585"/>
              <a:gd name="connsiteX9" fmla="*/ 3137 w 3221135"/>
              <a:gd name="connsiteY9" fmla="*/ 2145444 h 2207585"/>
              <a:gd name="connsiteX0-1" fmla="*/ 3101494 w 3221135"/>
              <a:gd name="connsiteY0-2" fmla="*/ 163645 h 2207585"/>
              <a:gd name="connsiteX1-3" fmla="*/ 3221135 w 3221135"/>
              <a:gd name="connsiteY1-4" fmla="*/ 36184 h 2207585"/>
              <a:gd name="connsiteX2-5" fmla="*/ 3087752 w 3221135"/>
              <a:gd name="connsiteY2-6" fmla="*/ 3494 h 2207585"/>
              <a:gd name="connsiteX3-7" fmla="*/ 3101494 w 3221135"/>
              <a:gd name="connsiteY3-8" fmla="*/ 163645 h 2207585"/>
              <a:gd name="connsiteX4-9" fmla="*/ 0 w 3221135"/>
              <a:gd name="connsiteY4-10" fmla="*/ 2207585 h 2207585"/>
              <a:gd name="connsiteX5-11" fmla="*/ 1286575 w 3221135"/>
              <a:gd name="connsiteY5-12" fmla="*/ 2097190 h 2207585"/>
              <a:gd name="connsiteX6-13" fmla="*/ 1967553 w 3221135"/>
              <a:gd name="connsiteY6-14" fmla="*/ 1371702 h 2207585"/>
              <a:gd name="connsiteX7-15" fmla="*/ 1849854 w 3221135"/>
              <a:gd name="connsiteY7-16" fmla="*/ 0 h 2207585"/>
              <a:gd name="connsiteX8-17" fmla="*/ 1776137 w 3221135"/>
              <a:gd name="connsiteY8-18" fmla="*/ 17738 h 2207585"/>
              <a:gd name="connsiteX9-19" fmla="*/ 3137 w 3221135"/>
              <a:gd name="connsiteY9-20" fmla="*/ 2145444 h 2207585"/>
              <a:gd name="connsiteX10" fmla="*/ 0 w 3221135"/>
              <a:gd name="connsiteY10" fmla="*/ 2207585 h 2207585"/>
              <a:gd name="connsiteX0-21" fmla="*/ 3101494 w 3101494"/>
              <a:gd name="connsiteY0-22" fmla="*/ 163645 h 2207585"/>
              <a:gd name="connsiteX1-23" fmla="*/ 3087752 w 3101494"/>
              <a:gd name="connsiteY1-24" fmla="*/ 3494 h 2207585"/>
              <a:gd name="connsiteX2-25" fmla="*/ 3101494 w 3101494"/>
              <a:gd name="connsiteY2-26" fmla="*/ 163645 h 2207585"/>
              <a:gd name="connsiteX3-27" fmla="*/ 0 w 3101494"/>
              <a:gd name="connsiteY3-28" fmla="*/ 2207585 h 2207585"/>
              <a:gd name="connsiteX4-29" fmla="*/ 1286575 w 3101494"/>
              <a:gd name="connsiteY4-30" fmla="*/ 2097190 h 2207585"/>
              <a:gd name="connsiteX5-31" fmla="*/ 1967553 w 3101494"/>
              <a:gd name="connsiteY5-32" fmla="*/ 1371702 h 2207585"/>
              <a:gd name="connsiteX6-33" fmla="*/ 1849854 w 3101494"/>
              <a:gd name="connsiteY6-34" fmla="*/ 0 h 2207585"/>
              <a:gd name="connsiteX7-35" fmla="*/ 1776137 w 3101494"/>
              <a:gd name="connsiteY7-36" fmla="*/ 17738 h 2207585"/>
              <a:gd name="connsiteX8-37" fmla="*/ 3137 w 3101494"/>
              <a:gd name="connsiteY8-38" fmla="*/ 2145444 h 2207585"/>
              <a:gd name="connsiteX9-39" fmla="*/ 0 w 3101494"/>
              <a:gd name="connsiteY9-40" fmla="*/ 2207585 h 2207585"/>
              <a:gd name="connsiteX0-41" fmla="*/ 0 w 1967553"/>
              <a:gd name="connsiteY0-42" fmla="*/ 2207585 h 2207585"/>
              <a:gd name="connsiteX1-43" fmla="*/ 1286575 w 1967553"/>
              <a:gd name="connsiteY1-44" fmla="*/ 2097190 h 2207585"/>
              <a:gd name="connsiteX2-45" fmla="*/ 1967553 w 1967553"/>
              <a:gd name="connsiteY2-46" fmla="*/ 1371702 h 2207585"/>
              <a:gd name="connsiteX3-47" fmla="*/ 1849854 w 1967553"/>
              <a:gd name="connsiteY3-48" fmla="*/ 0 h 2207585"/>
              <a:gd name="connsiteX4-49" fmla="*/ 1776137 w 1967553"/>
              <a:gd name="connsiteY4-50" fmla="*/ 17738 h 2207585"/>
              <a:gd name="connsiteX5-51" fmla="*/ 3137 w 1967553"/>
              <a:gd name="connsiteY5-52" fmla="*/ 2145444 h 2207585"/>
              <a:gd name="connsiteX6-53" fmla="*/ 0 w 1967553"/>
              <a:gd name="connsiteY6-54" fmla="*/ 2207585 h 2207585"/>
              <a:gd name="connsiteX0-55" fmla="*/ 1967553 w 2058993"/>
              <a:gd name="connsiteY0-56" fmla="*/ 1371702 h 2207585"/>
              <a:gd name="connsiteX1-57" fmla="*/ 1849854 w 2058993"/>
              <a:gd name="connsiteY1-58" fmla="*/ 0 h 2207585"/>
              <a:gd name="connsiteX2-59" fmla="*/ 1776137 w 2058993"/>
              <a:gd name="connsiteY2-60" fmla="*/ 17738 h 2207585"/>
              <a:gd name="connsiteX3-61" fmla="*/ 3137 w 2058993"/>
              <a:gd name="connsiteY3-62" fmla="*/ 2145444 h 2207585"/>
              <a:gd name="connsiteX4-63" fmla="*/ 0 w 2058993"/>
              <a:gd name="connsiteY4-64" fmla="*/ 2207585 h 2207585"/>
              <a:gd name="connsiteX5-65" fmla="*/ 1286575 w 2058993"/>
              <a:gd name="connsiteY5-66" fmla="*/ 2097190 h 2207585"/>
              <a:gd name="connsiteX6-67" fmla="*/ 2058993 w 2058993"/>
              <a:gd name="connsiteY6-68" fmla="*/ 1463142 h 2207585"/>
              <a:gd name="connsiteX0-69" fmla="*/ 1967553 w 1967553"/>
              <a:gd name="connsiteY0-70" fmla="*/ 1371702 h 2207585"/>
              <a:gd name="connsiteX1-71" fmla="*/ 1849854 w 1967553"/>
              <a:gd name="connsiteY1-72" fmla="*/ 0 h 2207585"/>
              <a:gd name="connsiteX2-73" fmla="*/ 1776137 w 1967553"/>
              <a:gd name="connsiteY2-74" fmla="*/ 17738 h 2207585"/>
              <a:gd name="connsiteX3-75" fmla="*/ 3137 w 1967553"/>
              <a:gd name="connsiteY3-76" fmla="*/ 2145444 h 2207585"/>
              <a:gd name="connsiteX4-77" fmla="*/ 0 w 1967553"/>
              <a:gd name="connsiteY4-78" fmla="*/ 2207585 h 2207585"/>
              <a:gd name="connsiteX5-79" fmla="*/ 1286575 w 1967553"/>
              <a:gd name="connsiteY5-80" fmla="*/ 2097190 h 2207585"/>
              <a:gd name="connsiteX0-81" fmla="*/ 1849854 w 1849854"/>
              <a:gd name="connsiteY0-82" fmla="*/ 0 h 2207585"/>
              <a:gd name="connsiteX1-83" fmla="*/ 1776137 w 1849854"/>
              <a:gd name="connsiteY1-84" fmla="*/ 17738 h 2207585"/>
              <a:gd name="connsiteX2-85" fmla="*/ 3137 w 1849854"/>
              <a:gd name="connsiteY2-86" fmla="*/ 2145444 h 2207585"/>
              <a:gd name="connsiteX3-87" fmla="*/ 0 w 1849854"/>
              <a:gd name="connsiteY3-88" fmla="*/ 2207585 h 2207585"/>
              <a:gd name="connsiteX4-89" fmla="*/ 1286575 w 1849854"/>
              <a:gd name="connsiteY4-90" fmla="*/ 2097190 h 2207585"/>
              <a:gd name="connsiteX0-91" fmla="*/ 1849854 w 1849854"/>
              <a:gd name="connsiteY0-92" fmla="*/ 0 h 2207585"/>
              <a:gd name="connsiteX1-93" fmla="*/ 1776137 w 1849854"/>
              <a:gd name="connsiteY1-94" fmla="*/ 17738 h 2207585"/>
              <a:gd name="connsiteX2-95" fmla="*/ 3137 w 1849854"/>
              <a:gd name="connsiteY2-96" fmla="*/ 2145444 h 2207585"/>
              <a:gd name="connsiteX3-97" fmla="*/ 0 w 1849854"/>
              <a:gd name="connsiteY3-98" fmla="*/ 2207585 h 2207585"/>
            </a:gdLst>
            <a:ahLst/>
            <a:cxnLst>
              <a:cxn ang="0">
                <a:pos x="connsiteX0-1" y="connsiteY0-2"/>
              </a:cxn>
              <a:cxn ang="0">
                <a:pos x="connsiteX1-3" y="connsiteY1-4"/>
              </a:cxn>
              <a:cxn ang="0">
                <a:pos x="connsiteX2-5" y="connsiteY2-6"/>
              </a:cxn>
              <a:cxn ang="0">
                <a:pos x="connsiteX3-7" y="connsiteY3-8"/>
              </a:cxn>
            </a:cxnLst>
            <a:rect l="l" t="t" r="r" b="b"/>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4" name="任意多边形: 形状 83"/>
          <p:cNvSpPr/>
          <p:nvPr userDrawn="1">
            <p:custDataLst>
              <p:tags r:id="rId40"/>
            </p:custDataLst>
          </p:nvPr>
        </p:nvSpPr>
        <p:spPr>
          <a:xfrm rot="10505744" flipH="1">
            <a:off x="10417810" y="-69215"/>
            <a:ext cx="1692910" cy="2011680"/>
          </a:xfrm>
          <a:custGeom>
            <a:avLst/>
            <a:gdLst>
              <a:gd name="connsiteX0" fmla="*/ 2942292 w 3039526"/>
              <a:gd name="connsiteY0" fmla="*/ 138056 h 2011644"/>
              <a:gd name="connsiteX1" fmla="*/ 3039526 w 3039526"/>
              <a:gd name="connsiteY1" fmla="*/ 34531 h 2011644"/>
              <a:gd name="connsiteX2" fmla="*/ 2983139 w 3039526"/>
              <a:gd name="connsiteY2" fmla="*/ 13891 h 2011644"/>
              <a:gd name="connsiteX3" fmla="*/ 2930598 w 3039526"/>
              <a:gd name="connsiteY3" fmla="*/ 1780 h 2011644"/>
              <a:gd name="connsiteX4" fmla="*/ 0 w 3039526"/>
              <a:gd name="connsiteY4" fmla="*/ 2011644 h 2011644"/>
              <a:gd name="connsiteX5" fmla="*/ 1286204 w 3039526"/>
              <a:gd name="connsiteY5" fmla="*/ 1901281 h 2011644"/>
              <a:gd name="connsiteX6" fmla="*/ 1808292 w 3039526"/>
              <a:gd name="connsiteY6" fmla="*/ 1345418 h 2011644"/>
              <a:gd name="connsiteX7" fmla="*/ 1692848 w 3039526"/>
              <a:gd name="connsiteY7" fmla="*/ 0 h 2011644"/>
              <a:gd name="connsiteX8" fmla="*/ 1450924 w 3039526"/>
              <a:gd name="connsiteY8" fmla="*/ 70211 h 2011644"/>
              <a:gd name="connsiteX9" fmla="*/ 1503 w 3039526"/>
              <a:gd name="connsiteY9" fmla="*/ 1981879 h 2011644"/>
              <a:gd name="connsiteX0-1" fmla="*/ 2942292 w 2983139"/>
              <a:gd name="connsiteY0-2" fmla="*/ 138056 h 2011644"/>
              <a:gd name="connsiteX1-3" fmla="*/ 2983139 w 2983139"/>
              <a:gd name="connsiteY1-4" fmla="*/ 13891 h 2011644"/>
              <a:gd name="connsiteX2-5" fmla="*/ 2930598 w 2983139"/>
              <a:gd name="connsiteY2-6" fmla="*/ 1780 h 2011644"/>
              <a:gd name="connsiteX3-7" fmla="*/ 2942292 w 2983139"/>
              <a:gd name="connsiteY3-8" fmla="*/ 138056 h 2011644"/>
              <a:gd name="connsiteX4-9" fmla="*/ 0 w 2983139"/>
              <a:gd name="connsiteY4-10" fmla="*/ 2011644 h 2011644"/>
              <a:gd name="connsiteX5-11" fmla="*/ 1286204 w 2983139"/>
              <a:gd name="connsiteY5-12" fmla="*/ 1901281 h 2011644"/>
              <a:gd name="connsiteX6-13" fmla="*/ 1808292 w 2983139"/>
              <a:gd name="connsiteY6-14" fmla="*/ 1345418 h 2011644"/>
              <a:gd name="connsiteX7-15" fmla="*/ 1692848 w 2983139"/>
              <a:gd name="connsiteY7-16" fmla="*/ 0 h 2011644"/>
              <a:gd name="connsiteX8-17" fmla="*/ 1450924 w 2983139"/>
              <a:gd name="connsiteY8-18" fmla="*/ 70211 h 2011644"/>
              <a:gd name="connsiteX9-19" fmla="*/ 1503 w 2983139"/>
              <a:gd name="connsiteY9-20" fmla="*/ 1981879 h 2011644"/>
              <a:gd name="connsiteX10" fmla="*/ 0 w 2983139"/>
              <a:gd name="connsiteY10" fmla="*/ 2011644 h 2011644"/>
              <a:gd name="connsiteX0-21" fmla="*/ 2942292 w 2942292"/>
              <a:gd name="connsiteY0-22" fmla="*/ 138056 h 2011644"/>
              <a:gd name="connsiteX1-23" fmla="*/ 2930598 w 2942292"/>
              <a:gd name="connsiteY1-24" fmla="*/ 1780 h 2011644"/>
              <a:gd name="connsiteX2-25" fmla="*/ 2942292 w 2942292"/>
              <a:gd name="connsiteY2-26" fmla="*/ 138056 h 2011644"/>
              <a:gd name="connsiteX3-27" fmla="*/ 0 w 2942292"/>
              <a:gd name="connsiteY3-28" fmla="*/ 2011644 h 2011644"/>
              <a:gd name="connsiteX4-29" fmla="*/ 1286204 w 2942292"/>
              <a:gd name="connsiteY4-30" fmla="*/ 1901281 h 2011644"/>
              <a:gd name="connsiteX5-31" fmla="*/ 1808292 w 2942292"/>
              <a:gd name="connsiteY5-32" fmla="*/ 1345418 h 2011644"/>
              <a:gd name="connsiteX6-33" fmla="*/ 1692848 w 2942292"/>
              <a:gd name="connsiteY6-34" fmla="*/ 0 h 2011644"/>
              <a:gd name="connsiteX7-35" fmla="*/ 1450924 w 2942292"/>
              <a:gd name="connsiteY7-36" fmla="*/ 70211 h 2011644"/>
              <a:gd name="connsiteX8-37" fmla="*/ 1503 w 2942292"/>
              <a:gd name="connsiteY8-38" fmla="*/ 1981879 h 2011644"/>
              <a:gd name="connsiteX9-39" fmla="*/ 0 w 2942292"/>
              <a:gd name="connsiteY9-40" fmla="*/ 2011644 h 2011644"/>
              <a:gd name="connsiteX0-41" fmla="*/ 0 w 1808292"/>
              <a:gd name="connsiteY0-42" fmla="*/ 2011644 h 2011644"/>
              <a:gd name="connsiteX1-43" fmla="*/ 1286204 w 1808292"/>
              <a:gd name="connsiteY1-44" fmla="*/ 1901281 h 2011644"/>
              <a:gd name="connsiteX2-45" fmla="*/ 1808292 w 1808292"/>
              <a:gd name="connsiteY2-46" fmla="*/ 1345418 h 2011644"/>
              <a:gd name="connsiteX3-47" fmla="*/ 1692848 w 1808292"/>
              <a:gd name="connsiteY3-48" fmla="*/ 0 h 2011644"/>
              <a:gd name="connsiteX4-49" fmla="*/ 1450924 w 1808292"/>
              <a:gd name="connsiteY4-50" fmla="*/ 70211 h 2011644"/>
              <a:gd name="connsiteX5-51" fmla="*/ 1503 w 1808292"/>
              <a:gd name="connsiteY5-52" fmla="*/ 1981879 h 2011644"/>
              <a:gd name="connsiteX6-53" fmla="*/ 0 w 1808292"/>
              <a:gd name="connsiteY6-54" fmla="*/ 2011644 h 2011644"/>
              <a:gd name="connsiteX0-55" fmla="*/ 1808292 w 1899732"/>
              <a:gd name="connsiteY0-56" fmla="*/ 1345418 h 2011644"/>
              <a:gd name="connsiteX1-57" fmla="*/ 1692848 w 1899732"/>
              <a:gd name="connsiteY1-58" fmla="*/ 0 h 2011644"/>
              <a:gd name="connsiteX2-59" fmla="*/ 1450924 w 1899732"/>
              <a:gd name="connsiteY2-60" fmla="*/ 70211 h 2011644"/>
              <a:gd name="connsiteX3-61" fmla="*/ 1503 w 1899732"/>
              <a:gd name="connsiteY3-62" fmla="*/ 1981879 h 2011644"/>
              <a:gd name="connsiteX4-63" fmla="*/ 0 w 1899732"/>
              <a:gd name="connsiteY4-64" fmla="*/ 2011644 h 2011644"/>
              <a:gd name="connsiteX5-65" fmla="*/ 1286204 w 1899732"/>
              <a:gd name="connsiteY5-66" fmla="*/ 1901281 h 2011644"/>
              <a:gd name="connsiteX6-67" fmla="*/ 1899732 w 1899732"/>
              <a:gd name="connsiteY6-68" fmla="*/ 1436858 h 2011644"/>
              <a:gd name="connsiteX0-69" fmla="*/ 1808292 w 1808292"/>
              <a:gd name="connsiteY0-70" fmla="*/ 1345418 h 2011644"/>
              <a:gd name="connsiteX1-71" fmla="*/ 1692848 w 1808292"/>
              <a:gd name="connsiteY1-72" fmla="*/ 0 h 2011644"/>
              <a:gd name="connsiteX2-73" fmla="*/ 1450924 w 1808292"/>
              <a:gd name="connsiteY2-74" fmla="*/ 70211 h 2011644"/>
              <a:gd name="connsiteX3-75" fmla="*/ 1503 w 1808292"/>
              <a:gd name="connsiteY3-76" fmla="*/ 1981879 h 2011644"/>
              <a:gd name="connsiteX4-77" fmla="*/ 0 w 1808292"/>
              <a:gd name="connsiteY4-78" fmla="*/ 2011644 h 2011644"/>
              <a:gd name="connsiteX5-79" fmla="*/ 1286204 w 1808292"/>
              <a:gd name="connsiteY5-80" fmla="*/ 1901281 h 2011644"/>
              <a:gd name="connsiteX0-81" fmla="*/ 1692848 w 1692848"/>
              <a:gd name="connsiteY0-82" fmla="*/ 0 h 2011644"/>
              <a:gd name="connsiteX1-83" fmla="*/ 1450924 w 1692848"/>
              <a:gd name="connsiteY1-84" fmla="*/ 70211 h 2011644"/>
              <a:gd name="connsiteX2-85" fmla="*/ 1503 w 1692848"/>
              <a:gd name="connsiteY2-86" fmla="*/ 1981879 h 2011644"/>
              <a:gd name="connsiteX3-87" fmla="*/ 0 w 1692848"/>
              <a:gd name="connsiteY3-88" fmla="*/ 2011644 h 2011644"/>
              <a:gd name="connsiteX4-89" fmla="*/ 1286204 w 1692848"/>
              <a:gd name="connsiteY4-90" fmla="*/ 1901281 h 2011644"/>
              <a:gd name="connsiteX0-91" fmla="*/ 1692848 w 1692848"/>
              <a:gd name="connsiteY0-92" fmla="*/ 0 h 2011644"/>
              <a:gd name="connsiteX1-93" fmla="*/ 1450924 w 1692848"/>
              <a:gd name="connsiteY1-94" fmla="*/ 70211 h 2011644"/>
              <a:gd name="connsiteX2-95" fmla="*/ 1503 w 1692848"/>
              <a:gd name="connsiteY2-96" fmla="*/ 1981879 h 2011644"/>
              <a:gd name="connsiteX3-97" fmla="*/ 0 w 1692848"/>
              <a:gd name="connsiteY3-98" fmla="*/ 2011644 h 2011644"/>
            </a:gdLst>
            <a:ahLst/>
            <a:cxnLst>
              <a:cxn ang="0">
                <a:pos x="connsiteX0-1" y="connsiteY0-2"/>
              </a:cxn>
              <a:cxn ang="0">
                <a:pos x="connsiteX1-3" y="connsiteY1-4"/>
              </a:cxn>
              <a:cxn ang="0">
                <a:pos x="connsiteX2-5" y="connsiteY2-6"/>
              </a:cxn>
              <a:cxn ang="0">
                <a:pos x="connsiteX3-7" y="connsiteY3-8"/>
              </a:cxn>
            </a:cxnLst>
            <a:rect l="l" t="t" r="r" b="b"/>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5" name="任意多边形: 形状 74"/>
          <p:cNvSpPr/>
          <p:nvPr userDrawn="1">
            <p:custDataLst>
              <p:tags r:id="rId41"/>
            </p:custDataLst>
          </p:nvPr>
        </p:nvSpPr>
        <p:spPr>
          <a:xfrm rot="10505744" flipH="1">
            <a:off x="10728960" y="-55880"/>
            <a:ext cx="1396365" cy="1661795"/>
          </a:xfrm>
          <a:custGeom>
            <a:avLst/>
            <a:gdLst>
              <a:gd name="connsiteX0" fmla="*/ 2640295 w 2676094"/>
              <a:gd name="connsiteY0" fmla="*/ 76896 h 1662070"/>
              <a:gd name="connsiteX1" fmla="*/ 2676094 w 2676094"/>
              <a:gd name="connsiteY1" fmla="*/ 38766 h 1662070"/>
              <a:gd name="connsiteX2" fmla="*/ 2635756 w 2676094"/>
              <a:gd name="connsiteY2" fmla="*/ 24001 h 1662070"/>
              <a:gd name="connsiteX3" fmla="*/ 0 w 2676094"/>
              <a:gd name="connsiteY3" fmla="*/ 1662070 h 1662070"/>
              <a:gd name="connsiteX4" fmla="*/ 1252920 w 2676094"/>
              <a:gd name="connsiteY4" fmla="*/ 1554563 h 1662070"/>
              <a:gd name="connsiteX5" fmla="*/ 1506329 w 2676094"/>
              <a:gd name="connsiteY5" fmla="*/ 1284661 h 1662070"/>
              <a:gd name="connsiteX6" fmla="*/ 1396099 w 2676094"/>
              <a:gd name="connsiteY6" fmla="*/ 0 h 1662070"/>
              <a:gd name="connsiteX7" fmla="*/ 1289233 w 2676094"/>
              <a:gd name="connsiteY7" fmla="*/ 28870 h 1662070"/>
              <a:gd name="connsiteX8" fmla="*/ 25423 w 2676094"/>
              <a:gd name="connsiteY8" fmla="*/ 1495464 h 1662070"/>
              <a:gd name="connsiteX0-1" fmla="*/ 1396099 w 2676094"/>
              <a:gd name="connsiteY0-2" fmla="*/ 0 h 1662070"/>
              <a:gd name="connsiteX1-3" fmla="*/ 1289233 w 2676094"/>
              <a:gd name="connsiteY1-4" fmla="*/ 28870 h 1662070"/>
              <a:gd name="connsiteX2-5" fmla="*/ 25423 w 2676094"/>
              <a:gd name="connsiteY2-6" fmla="*/ 1495464 h 1662070"/>
              <a:gd name="connsiteX3-7" fmla="*/ 0 w 2676094"/>
              <a:gd name="connsiteY3-8" fmla="*/ 1662070 h 1662070"/>
              <a:gd name="connsiteX4-9" fmla="*/ 2676094 w 2676094"/>
              <a:gd name="connsiteY4-10" fmla="*/ 38766 h 1662070"/>
              <a:gd name="connsiteX5-11" fmla="*/ 2635756 w 2676094"/>
              <a:gd name="connsiteY5-12" fmla="*/ 24001 h 1662070"/>
              <a:gd name="connsiteX6-13" fmla="*/ 2640295 w 2676094"/>
              <a:gd name="connsiteY6-14" fmla="*/ 76896 h 1662070"/>
              <a:gd name="connsiteX7-15" fmla="*/ 0 w 2676094"/>
              <a:gd name="connsiteY7-16" fmla="*/ 1662070 h 1662070"/>
              <a:gd name="connsiteX8-17" fmla="*/ 1252920 w 2676094"/>
              <a:gd name="connsiteY8-18" fmla="*/ 1554563 h 1662070"/>
              <a:gd name="connsiteX9" fmla="*/ 1506329 w 2676094"/>
              <a:gd name="connsiteY9" fmla="*/ 1284661 h 1662070"/>
              <a:gd name="connsiteX10" fmla="*/ 1487539 w 2676094"/>
              <a:gd name="connsiteY10" fmla="*/ 91440 h 1662070"/>
              <a:gd name="connsiteX0-19" fmla="*/ 1396099 w 2676094"/>
              <a:gd name="connsiteY0-20" fmla="*/ 0 h 1662070"/>
              <a:gd name="connsiteX1-21" fmla="*/ 1289233 w 2676094"/>
              <a:gd name="connsiteY1-22" fmla="*/ 28870 h 1662070"/>
              <a:gd name="connsiteX2-23" fmla="*/ 25423 w 2676094"/>
              <a:gd name="connsiteY2-24" fmla="*/ 1495464 h 1662070"/>
              <a:gd name="connsiteX3-25" fmla="*/ 0 w 2676094"/>
              <a:gd name="connsiteY3-26" fmla="*/ 1662070 h 1662070"/>
              <a:gd name="connsiteX4-27" fmla="*/ 2676094 w 2676094"/>
              <a:gd name="connsiteY4-28" fmla="*/ 38766 h 1662070"/>
              <a:gd name="connsiteX5-29" fmla="*/ 2635756 w 2676094"/>
              <a:gd name="connsiteY5-30" fmla="*/ 24001 h 1662070"/>
              <a:gd name="connsiteX6-31" fmla="*/ 2640295 w 2676094"/>
              <a:gd name="connsiteY6-32" fmla="*/ 76896 h 1662070"/>
              <a:gd name="connsiteX7-33" fmla="*/ 1396099 w 2676094"/>
              <a:gd name="connsiteY7-34" fmla="*/ 0 h 1662070"/>
              <a:gd name="connsiteX8-35" fmla="*/ 0 w 2676094"/>
              <a:gd name="connsiteY8-36" fmla="*/ 1662070 h 1662070"/>
              <a:gd name="connsiteX9-37" fmla="*/ 1252920 w 2676094"/>
              <a:gd name="connsiteY9-38" fmla="*/ 1554563 h 1662070"/>
              <a:gd name="connsiteX10-39" fmla="*/ 1506329 w 2676094"/>
              <a:gd name="connsiteY10-40" fmla="*/ 1284661 h 1662070"/>
              <a:gd name="connsiteX0-41" fmla="*/ 1396099 w 2676094"/>
              <a:gd name="connsiteY0-42" fmla="*/ 0 h 1662070"/>
              <a:gd name="connsiteX1-43" fmla="*/ 1289233 w 2676094"/>
              <a:gd name="connsiteY1-44" fmla="*/ 28870 h 1662070"/>
              <a:gd name="connsiteX2-45" fmla="*/ 25423 w 2676094"/>
              <a:gd name="connsiteY2-46" fmla="*/ 1495464 h 1662070"/>
              <a:gd name="connsiteX3-47" fmla="*/ 0 w 2676094"/>
              <a:gd name="connsiteY3-48" fmla="*/ 1662070 h 1662070"/>
              <a:gd name="connsiteX4-49" fmla="*/ 2676094 w 2676094"/>
              <a:gd name="connsiteY4-50" fmla="*/ 38766 h 1662070"/>
              <a:gd name="connsiteX5-51" fmla="*/ 2635756 w 2676094"/>
              <a:gd name="connsiteY5-52" fmla="*/ 24001 h 1662070"/>
              <a:gd name="connsiteX6-53" fmla="*/ 1396099 w 2676094"/>
              <a:gd name="connsiteY6-54" fmla="*/ 0 h 1662070"/>
              <a:gd name="connsiteX7-55" fmla="*/ 0 w 2676094"/>
              <a:gd name="connsiteY7-56" fmla="*/ 1662070 h 1662070"/>
              <a:gd name="connsiteX8-57" fmla="*/ 1252920 w 2676094"/>
              <a:gd name="connsiteY8-58" fmla="*/ 1554563 h 1662070"/>
              <a:gd name="connsiteX9-59" fmla="*/ 1506329 w 2676094"/>
              <a:gd name="connsiteY9-60" fmla="*/ 1284661 h 1662070"/>
              <a:gd name="connsiteX0-61" fmla="*/ 1396099 w 2676094"/>
              <a:gd name="connsiteY0-62" fmla="*/ 0 h 1662070"/>
              <a:gd name="connsiteX1-63" fmla="*/ 1289233 w 2676094"/>
              <a:gd name="connsiteY1-64" fmla="*/ 28870 h 1662070"/>
              <a:gd name="connsiteX2-65" fmla="*/ 25423 w 2676094"/>
              <a:gd name="connsiteY2-66" fmla="*/ 1495464 h 1662070"/>
              <a:gd name="connsiteX3-67" fmla="*/ 0 w 2676094"/>
              <a:gd name="connsiteY3-68" fmla="*/ 1662070 h 1662070"/>
              <a:gd name="connsiteX4-69" fmla="*/ 2676094 w 2676094"/>
              <a:gd name="connsiteY4-70" fmla="*/ 38766 h 1662070"/>
              <a:gd name="connsiteX5-71" fmla="*/ 1396099 w 2676094"/>
              <a:gd name="connsiteY5-72" fmla="*/ 0 h 1662070"/>
              <a:gd name="connsiteX6-73" fmla="*/ 0 w 2676094"/>
              <a:gd name="connsiteY6-74" fmla="*/ 1662070 h 1662070"/>
              <a:gd name="connsiteX7-75" fmla="*/ 1252920 w 2676094"/>
              <a:gd name="connsiteY7-76" fmla="*/ 1554563 h 1662070"/>
              <a:gd name="connsiteX8-77" fmla="*/ 1506329 w 2676094"/>
              <a:gd name="connsiteY8-78" fmla="*/ 1284661 h 1662070"/>
              <a:gd name="connsiteX0-79" fmla="*/ 1396099 w 1506329"/>
              <a:gd name="connsiteY0-80" fmla="*/ 0 h 1662070"/>
              <a:gd name="connsiteX1-81" fmla="*/ 1289233 w 1506329"/>
              <a:gd name="connsiteY1-82" fmla="*/ 28870 h 1662070"/>
              <a:gd name="connsiteX2-83" fmla="*/ 25423 w 1506329"/>
              <a:gd name="connsiteY2-84" fmla="*/ 1495464 h 1662070"/>
              <a:gd name="connsiteX3-85" fmla="*/ 0 w 1506329"/>
              <a:gd name="connsiteY3-86" fmla="*/ 1662070 h 1662070"/>
              <a:gd name="connsiteX4-87" fmla="*/ 1396099 w 1506329"/>
              <a:gd name="connsiteY4-88" fmla="*/ 0 h 1662070"/>
              <a:gd name="connsiteX5-89" fmla="*/ 0 w 1506329"/>
              <a:gd name="connsiteY5-90" fmla="*/ 1662070 h 1662070"/>
              <a:gd name="connsiteX6-91" fmla="*/ 1252920 w 1506329"/>
              <a:gd name="connsiteY6-92" fmla="*/ 1554563 h 1662070"/>
              <a:gd name="connsiteX7-93" fmla="*/ 1506329 w 1506329"/>
              <a:gd name="connsiteY7-94" fmla="*/ 1284661 h 1662070"/>
              <a:gd name="connsiteX0-95" fmla="*/ 1396099 w 1396099"/>
              <a:gd name="connsiteY0-96" fmla="*/ 0 h 1662070"/>
              <a:gd name="connsiteX1-97" fmla="*/ 1289233 w 1396099"/>
              <a:gd name="connsiteY1-98" fmla="*/ 28870 h 1662070"/>
              <a:gd name="connsiteX2-99" fmla="*/ 25423 w 1396099"/>
              <a:gd name="connsiteY2-100" fmla="*/ 1495464 h 1662070"/>
              <a:gd name="connsiteX3-101" fmla="*/ 0 w 1396099"/>
              <a:gd name="connsiteY3-102" fmla="*/ 1662070 h 1662070"/>
              <a:gd name="connsiteX4-103" fmla="*/ 1396099 w 1396099"/>
              <a:gd name="connsiteY4-104" fmla="*/ 0 h 1662070"/>
              <a:gd name="connsiteX5-105" fmla="*/ 0 w 1396099"/>
              <a:gd name="connsiteY5-106" fmla="*/ 1662070 h 1662070"/>
              <a:gd name="connsiteX6-107" fmla="*/ 1252920 w 1396099"/>
              <a:gd name="connsiteY6-108" fmla="*/ 1554563 h 1662070"/>
              <a:gd name="connsiteX0-109" fmla="*/ 1396099 w 1396099"/>
              <a:gd name="connsiteY0-110" fmla="*/ 0 h 1662070"/>
              <a:gd name="connsiteX1-111" fmla="*/ 1289233 w 1396099"/>
              <a:gd name="connsiteY1-112" fmla="*/ 28870 h 1662070"/>
              <a:gd name="connsiteX2-113" fmla="*/ 25423 w 1396099"/>
              <a:gd name="connsiteY2-114" fmla="*/ 1495464 h 1662070"/>
              <a:gd name="connsiteX3-115" fmla="*/ 0 w 1396099"/>
              <a:gd name="connsiteY3-116" fmla="*/ 1662070 h 1662070"/>
              <a:gd name="connsiteX4-117" fmla="*/ 1396099 w 1396099"/>
              <a:gd name="connsiteY4-118" fmla="*/ 0 h 1662070"/>
              <a:gd name="connsiteX0-119" fmla="*/ 1396099 w 1396099"/>
              <a:gd name="connsiteY0-120" fmla="*/ 0 h 1662070"/>
              <a:gd name="connsiteX1-121" fmla="*/ 1289233 w 1396099"/>
              <a:gd name="connsiteY1-122" fmla="*/ 28870 h 1662070"/>
              <a:gd name="connsiteX2-123" fmla="*/ 25423 w 1396099"/>
              <a:gd name="connsiteY2-124" fmla="*/ 1495464 h 1662070"/>
              <a:gd name="connsiteX3-125" fmla="*/ 0 w 1396099"/>
              <a:gd name="connsiteY3-126" fmla="*/ 1662070 h 1662070"/>
              <a:gd name="connsiteX4-127" fmla="*/ 705902 w 1396099"/>
              <a:gd name="connsiteY4-128" fmla="*/ 822632 h 1662070"/>
              <a:gd name="connsiteX5-129" fmla="*/ 1396099 w 1396099"/>
              <a:gd name="connsiteY5-130" fmla="*/ 0 h 1662070"/>
              <a:gd name="connsiteX0-131" fmla="*/ 705902 w 1396099"/>
              <a:gd name="connsiteY0-132" fmla="*/ 822632 h 1662070"/>
              <a:gd name="connsiteX1-133" fmla="*/ 1396099 w 1396099"/>
              <a:gd name="connsiteY1-134" fmla="*/ 0 h 1662070"/>
              <a:gd name="connsiteX2-135" fmla="*/ 1289233 w 1396099"/>
              <a:gd name="connsiteY2-136" fmla="*/ 28870 h 1662070"/>
              <a:gd name="connsiteX3-137" fmla="*/ 25423 w 1396099"/>
              <a:gd name="connsiteY3-138" fmla="*/ 1495464 h 1662070"/>
              <a:gd name="connsiteX4-139" fmla="*/ 0 w 1396099"/>
              <a:gd name="connsiteY4-140" fmla="*/ 1662070 h 1662070"/>
              <a:gd name="connsiteX5-141" fmla="*/ 797342 w 1396099"/>
              <a:gd name="connsiteY5-142" fmla="*/ 914072 h 1662070"/>
              <a:gd name="connsiteX0-143" fmla="*/ 705902 w 1396099"/>
              <a:gd name="connsiteY0-144" fmla="*/ 822632 h 1662070"/>
              <a:gd name="connsiteX1-145" fmla="*/ 1396099 w 1396099"/>
              <a:gd name="connsiteY1-146" fmla="*/ 0 h 1662070"/>
              <a:gd name="connsiteX2-147" fmla="*/ 1289233 w 1396099"/>
              <a:gd name="connsiteY2-148" fmla="*/ 28870 h 1662070"/>
              <a:gd name="connsiteX3-149" fmla="*/ 25423 w 1396099"/>
              <a:gd name="connsiteY3-150" fmla="*/ 1495464 h 1662070"/>
              <a:gd name="connsiteX4-151" fmla="*/ 0 w 1396099"/>
              <a:gd name="connsiteY4-152" fmla="*/ 1662070 h 1662070"/>
              <a:gd name="connsiteX0-153" fmla="*/ 1396099 w 1396099"/>
              <a:gd name="connsiteY0-154" fmla="*/ 0 h 1662070"/>
              <a:gd name="connsiteX1-155" fmla="*/ 1289233 w 1396099"/>
              <a:gd name="connsiteY1-156" fmla="*/ 28870 h 1662070"/>
              <a:gd name="connsiteX2-157" fmla="*/ 25423 w 1396099"/>
              <a:gd name="connsiteY2-158" fmla="*/ 1495464 h 1662070"/>
              <a:gd name="connsiteX3-159" fmla="*/ 0 w 1396099"/>
              <a:gd name="connsiteY3-160" fmla="*/ 1662070 h 1662070"/>
            </a:gdLst>
            <a:ahLst/>
            <a:cxnLst>
              <a:cxn ang="0">
                <a:pos x="connsiteX0-1" y="connsiteY0-2"/>
              </a:cxn>
              <a:cxn ang="0">
                <a:pos x="connsiteX1-3" y="connsiteY1-4"/>
              </a:cxn>
              <a:cxn ang="0">
                <a:pos x="connsiteX2-5" y="connsiteY2-6"/>
              </a:cxn>
              <a:cxn ang="0">
                <a:pos x="connsiteX3-7" y="connsiteY3-8"/>
              </a:cxn>
            </a:cxnLst>
            <a:rect l="l" t="t" r="r" b="b"/>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8" name="任意多边形: 形状 77"/>
          <p:cNvSpPr/>
          <p:nvPr userDrawn="1">
            <p:custDataLst>
              <p:tags r:id="rId42"/>
            </p:custDataLst>
          </p:nvPr>
        </p:nvSpPr>
        <p:spPr>
          <a:xfrm rot="10505744" flipH="1">
            <a:off x="10879455" y="-49530"/>
            <a:ext cx="1252220" cy="1494155"/>
          </a:xfrm>
          <a:custGeom>
            <a:avLst/>
            <a:gdLst>
              <a:gd name="connsiteX0" fmla="*/ 0 w 1359023"/>
              <a:gd name="connsiteY0" fmla="*/ 1493935 h 1493935"/>
              <a:gd name="connsiteX1" fmla="*/ 1221216 w 1359023"/>
              <a:gd name="connsiteY1" fmla="*/ 1389148 h 1493935"/>
              <a:gd name="connsiteX2" fmla="*/ 1359023 w 1359023"/>
              <a:gd name="connsiteY2" fmla="*/ 1242430 h 1493935"/>
              <a:gd name="connsiteX3" fmla="*/ 1252415 w 1359023"/>
              <a:gd name="connsiteY3" fmla="*/ 0 h 1493935"/>
              <a:gd name="connsiteX4" fmla="*/ 1184988 w 1359023"/>
              <a:gd name="connsiteY4" fmla="*/ 18216 h 1493935"/>
              <a:gd name="connsiteX5" fmla="*/ 18654 w 1359023"/>
              <a:gd name="connsiteY5" fmla="*/ 1371695 h 1493935"/>
              <a:gd name="connsiteX0-1" fmla="*/ 1359023 w 1450463"/>
              <a:gd name="connsiteY0-2" fmla="*/ 1242430 h 1493935"/>
              <a:gd name="connsiteX1-3" fmla="*/ 1252415 w 1450463"/>
              <a:gd name="connsiteY1-4" fmla="*/ 0 h 1493935"/>
              <a:gd name="connsiteX2-5" fmla="*/ 1184988 w 1450463"/>
              <a:gd name="connsiteY2-6" fmla="*/ 18216 h 1493935"/>
              <a:gd name="connsiteX3-7" fmla="*/ 18654 w 1450463"/>
              <a:gd name="connsiteY3-8" fmla="*/ 1371695 h 1493935"/>
              <a:gd name="connsiteX4-9" fmla="*/ 0 w 1450463"/>
              <a:gd name="connsiteY4-10" fmla="*/ 1493935 h 1493935"/>
              <a:gd name="connsiteX5-11" fmla="*/ 1221216 w 1450463"/>
              <a:gd name="connsiteY5-12" fmla="*/ 1389148 h 1493935"/>
              <a:gd name="connsiteX6" fmla="*/ 1450463 w 1450463"/>
              <a:gd name="connsiteY6" fmla="*/ 1333870 h 1493935"/>
              <a:gd name="connsiteX0-13" fmla="*/ 1359023 w 1359023"/>
              <a:gd name="connsiteY0-14" fmla="*/ 1242430 h 1493935"/>
              <a:gd name="connsiteX1-15" fmla="*/ 1252415 w 1359023"/>
              <a:gd name="connsiteY1-16" fmla="*/ 0 h 1493935"/>
              <a:gd name="connsiteX2-17" fmla="*/ 1184988 w 1359023"/>
              <a:gd name="connsiteY2-18" fmla="*/ 18216 h 1493935"/>
              <a:gd name="connsiteX3-19" fmla="*/ 18654 w 1359023"/>
              <a:gd name="connsiteY3-20" fmla="*/ 1371695 h 1493935"/>
              <a:gd name="connsiteX4-21" fmla="*/ 0 w 1359023"/>
              <a:gd name="connsiteY4-22" fmla="*/ 1493935 h 1493935"/>
              <a:gd name="connsiteX5-23" fmla="*/ 1221216 w 1359023"/>
              <a:gd name="connsiteY5-24" fmla="*/ 1389148 h 1493935"/>
              <a:gd name="connsiteX0-25" fmla="*/ 1359023 w 1359023"/>
              <a:gd name="connsiteY0-26" fmla="*/ 1242430 h 1493935"/>
              <a:gd name="connsiteX1-27" fmla="*/ 1252415 w 1359023"/>
              <a:gd name="connsiteY1-28" fmla="*/ 0 h 1493935"/>
              <a:gd name="connsiteX2-29" fmla="*/ 1184988 w 1359023"/>
              <a:gd name="connsiteY2-30" fmla="*/ 18216 h 1493935"/>
              <a:gd name="connsiteX3-31" fmla="*/ 18654 w 1359023"/>
              <a:gd name="connsiteY3-32" fmla="*/ 1371695 h 1493935"/>
              <a:gd name="connsiteX4-33" fmla="*/ 0 w 1359023"/>
              <a:gd name="connsiteY4-34" fmla="*/ 1493935 h 1493935"/>
              <a:gd name="connsiteX0-35" fmla="*/ 1252415 w 1252415"/>
              <a:gd name="connsiteY0-36" fmla="*/ 0 h 1493935"/>
              <a:gd name="connsiteX1-37" fmla="*/ 1184988 w 1252415"/>
              <a:gd name="connsiteY1-38" fmla="*/ 18216 h 1493935"/>
              <a:gd name="connsiteX2-39" fmla="*/ 18654 w 1252415"/>
              <a:gd name="connsiteY2-40" fmla="*/ 1371695 h 1493935"/>
              <a:gd name="connsiteX3-41" fmla="*/ 0 w 1252415"/>
              <a:gd name="connsiteY3-42" fmla="*/ 1493935 h 1493935"/>
            </a:gdLst>
            <a:ahLst/>
            <a:cxnLst>
              <a:cxn ang="0">
                <a:pos x="connsiteX0-1" y="connsiteY0-2"/>
              </a:cxn>
              <a:cxn ang="0">
                <a:pos x="connsiteX1-3" y="connsiteY1-4"/>
              </a:cxn>
              <a:cxn ang="0">
                <a:pos x="connsiteX2-5" y="connsiteY2-6"/>
              </a:cxn>
              <a:cxn ang="0">
                <a:pos x="connsiteX3-7" y="connsiteY3-8"/>
              </a:cxn>
            </a:cxnLst>
            <a:rect l="l" t="t" r="r" b="b"/>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userDrawn="1">
            <p:custDataLst>
              <p:tags r:id="rId43"/>
            </p:custDataLst>
          </p:nvPr>
        </p:nvSpPr>
        <p:spPr>
          <a:xfrm rot="10505744" flipH="1">
            <a:off x="11981815" y="-1905"/>
            <a:ext cx="201930" cy="242570"/>
          </a:xfrm>
          <a:custGeom>
            <a:avLst/>
            <a:gdLst>
              <a:gd name="connsiteX0" fmla="*/ 0 w 221266"/>
              <a:gd name="connsiteY0" fmla="*/ 242620 h 242620"/>
              <a:gd name="connsiteX1" fmla="*/ 221266 w 221266"/>
              <a:gd name="connsiteY1" fmla="*/ 223634 h 242620"/>
              <a:gd name="connsiteX2" fmla="*/ 202077 w 221266"/>
              <a:gd name="connsiteY2" fmla="*/ 0 h 242620"/>
              <a:gd name="connsiteX3" fmla="*/ 159333 w 221266"/>
              <a:gd name="connsiteY3" fmla="*/ 30379 h 242620"/>
              <a:gd name="connsiteX4" fmla="*/ 41048 w 221266"/>
              <a:gd name="connsiteY4" fmla="*/ 166986 h 242620"/>
              <a:gd name="connsiteX0-1" fmla="*/ 221266 w 312706"/>
              <a:gd name="connsiteY0-2" fmla="*/ 223634 h 315074"/>
              <a:gd name="connsiteX1-3" fmla="*/ 202077 w 312706"/>
              <a:gd name="connsiteY1-4" fmla="*/ 0 h 315074"/>
              <a:gd name="connsiteX2-5" fmla="*/ 159333 w 312706"/>
              <a:gd name="connsiteY2-6" fmla="*/ 30379 h 315074"/>
              <a:gd name="connsiteX3-7" fmla="*/ 41048 w 312706"/>
              <a:gd name="connsiteY3-8" fmla="*/ 166986 h 315074"/>
              <a:gd name="connsiteX4-9" fmla="*/ 0 w 312706"/>
              <a:gd name="connsiteY4-10" fmla="*/ 242620 h 315074"/>
              <a:gd name="connsiteX5" fmla="*/ 312706 w 312706"/>
              <a:gd name="connsiteY5" fmla="*/ 315074 h 315074"/>
              <a:gd name="connsiteX0-11" fmla="*/ 221266 w 221266"/>
              <a:gd name="connsiteY0-12" fmla="*/ 223634 h 242620"/>
              <a:gd name="connsiteX1-13" fmla="*/ 202077 w 221266"/>
              <a:gd name="connsiteY1-14" fmla="*/ 0 h 242620"/>
              <a:gd name="connsiteX2-15" fmla="*/ 159333 w 221266"/>
              <a:gd name="connsiteY2-16" fmla="*/ 30379 h 242620"/>
              <a:gd name="connsiteX3-17" fmla="*/ 41048 w 221266"/>
              <a:gd name="connsiteY3-18" fmla="*/ 166986 h 242620"/>
              <a:gd name="connsiteX4-19" fmla="*/ 0 w 221266"/>
              <a:gd name="connsiteY4-20" fmla="*/ 242620 h 242620"/>
              <a:gd name="connsiteX0-21" fmla="*/ 202077 w 202077"/>
              <a:gd name="connsiteY0-22" fmla="*/ 0 h 242620"/>
              <a:gd name="connsiteX1-23" fmla="*/ 159333 w 202077"/>
              <a:gd name="connsiteY1-24" fmla="*/ 30379 h 242620"/>
              <a:gd name="connsiteX2-25" fmla="*/ 41048 w 202077"/>
              <a:gd name="connsiteY2-26" fmla="*/ 166986 h 242620"/>
              <a:gd name="connsiteX3-27" fmla="*/ 0 w 202077"/>
              <a:gd name="connsiteY3-28" fmla="*/ 242620 h 242620"/>
            </a:gdLst>
            <a:ahLst/>
            <a:cxnLst>
              <a:cxn ang="0">
                <a:pos x="connsiteX0-1" y="connsiteY0-2"/>
              </a:cxn>
              <a:cxn ang="0">
                <a:pos x="connsiteX1-3" y="connsiteY1-4"/>
              </a:cxn>
              <a:cxn ang="0">
                <a:pos x="connsiteX2-5" y="connsiteY2-6"/>
              </a:cxn>
              <a:cxn ang="0">
                <a:pos x="connsiteX3-7" y="connsiteY3-8"/>
              </a:cxn>
            </a:cxnLst>
            <a:rect l="l" t="t" r="r" b="b"/>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4" name="任意多边形: 形状 53"/>
          <p:cNvSpPr/>
          <p:nvPr userDrawn="1">
            <p:custDataLst>
              <p:tags r:id="rId44"/>
            </p:custDataLst>
          </p:nvPr>
        </p:nvSpPr>
        <p:spPr>
          <a:xfrm rot="10505744" flipH="1">
            <a:off x="11631930" y="-17145"/>
            <a:ext cx="535305" cy="647065"/>
          </a:xfrm>
          <a:custGeom>
            <a:avLst/>
            <a:gdLst>
              <a:gd name="connsiteX0" fmla="*/ 0 w 586582"/>
              <a:gd name="connsiteY0" fmla="*/ 646916 h 646916"/>
              <a:gd name="connsiteX1" fmla="*/ 586582 w 586582"/>
              <a:gd name="connsiteY1" fmla="*/ 596584 h 646916"/>
              <a:gd name="connsiteX2" fmla="*/ 535392 w 586582"/>
              <a:gd name="connsiteY2" fmla="*/ 0 h 646916"/>
              <a:gd name="connsiteX3" fmla="*/ 425863 w 586582"/>
              <a:gd name="connsiteY3" fmla="*/ 62963 h 646916"/>
              <a:gd name="connsiteX4" fmla="*/ 33247 w 586582"/>
              <a:gd name="connsiteY4" fmla="*/ 539799 h 646916"/>
              <a:gd name="connsiteX0-1" fmla="*/ 586582 w 678022"/>
              <a:gd name="connsiteY0-2" fmla="*/ 596584 h 688024"/>
              <a:gd name="connsiteX1-3" fmla="*/ 535392 w 678022"/>
              <a:gd name="connsiteY1-4" fmla="*/ 0 h 688024"/>
              <a:gd name="connsiteX2-5" fmla="*/ 425863 w 678022"/>
              <a:gd name="connsiteY2-6" fmla="*/ 62963 h 688024"/>
              <a:gd name="connsiteX3-7" fmla="*/ 33247 w 678022"/>
              <a:gd name="connsiteY3-8" fmla="*/ 539799 h 688024"/>
              <a:gd name="connsiteX4-9" fmla="*/ 0 w 678022"/>
              <a:gd name="connsiteY4-10" fmla="*/ 646916 h 688024"/>
              <a:gd name="connsiteX5" fmla="*/ 678022 w 678022"/>
              <a:gd name="connsiteY5" fmla="*/ 688024 h 688024"/>
              <a:gd name="connsiteX0-11" fmla="*/ 586582 w 586582"/>
              <a:gd name="connsiteY0-12" fmla="*/ 596584 h 646916"/>
              <a:gd name="connsiteX1-13" fmla="*/ 535392 w 586582"/>
              <a:gd name="connsiteY1-14" fmla="*/ 0 h 646916"/>
              <a:gd name="connsiteX2-15" fmla="*/ 425863 w 586582"/>
              <a:gd name="connsiteY2-16" fmla="*/ 62963 h 646916"/>
              <a:gd name="connsiteX3-17" fmla="*/ 33247 w 586582"/>
              <a:gd name="connsiteY3-18" fmla="*/ 539799 h 646916"/>
              <a:gd name="connsiteX4-19" fmla="*/ 0 w 586582"/>
              <a:gd name="connsiteY4-20" fmla="*/ 646916 h 646916"/>
              <a:gd name="connsiteX0-21" fmla="*/ 535392 w 535392"/>
              <a:gd name="connsiteY0-22" fmla="*/ 0 h 646916"/>
              <a:gd name="connsiteX1-23" fmla="*/ 425863 w 535392"/>
              <a:gd name="connsiteY1-24" fmla="*/ 62963 h 646916"/>
              <a:gd name="connsiteX2-25" fmla="*/ 33247 w 535392"/>
              <a:gd name="connsiteY2-26" fmla="*/ 539799 h 646916"/>
              <a:gd name="connsiteX3-27" fmla="*/ 0 w 535392"/>
              <a:gd name="connsiteY3-28" fmla="*/ 646916 h 646916"/>
            </a:gdLst>
            <a:ahLst/>
            <a:cxnLst>
              <a:cxn ang="0">
                <a:pos x="connsiteX0-1" y="connsiteY0-2"/>
              </a:cxn>
              <a:cxn ang="0">
                <a:pos x="connsiteX1-3" y="connsiteY1-4"/>
              </a:cxn>
              <a:cxn ang="0">
                <a:pos x="connsiteX2-5" y="connsiteY2-6"/>
              </a:cxn>
              <a:cxn ang="0">
                <a:pos x="connsiteX3-7" y="connsiteY3-8"/>
              </a:cxn>
            </a:cxnLst>
            <a:rect l="l" t="t" r="r" b="b"/>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userDrawn="1">
            <p:custDataLst>
              <p:tags r:id="rId45"/>
            </p:custDataLst>
          </p:nvPr>
        </p:nvSpPr>
        <p:spPr>
          <a:xfrm rot="10505744" flipH="1">
            <a:off x="11795760" y="-10160"/>
            <a:ext cx="379095" cy="457200"/>
          </a:xfrm>
          <a:custGeom>
            <a:avLst/>
            <a:gdLst>
              <a:gd name="connsiteX0" fmla="*/ 0 w 415479"/>
              <a:gd name="connsiteY0" fmla="*/ 456998 h 456998"/>
              <a:gd name="connsiteX1" fmla="*/ 415479 w 415479"/>
              <a:gd name="connsiteY1" fmla="*/ 421348 h 456998"/>
              <a:gd name="connsiteX2" fmla="*/ 379325 w 415479"/>
              <a:gd name="connsiteY2" fmla="*/ 0 h 456998"/>
              <a:gd name="connsiteX3" fmla="*/ 344103 w 415479"/>
              <a:gd name="connsiteY3" fmla="*/ 20248 h 456998"/>
              <a:gd name="connsiteX4" fmla="*/ 9381 w 415479"/>
              <a:gd name="connsiteY4" fmla="*/ 426772 h 456998"/>
              <a:gd name="connsiteX0-1" fmla="*/ 415479 w 506919"/>
              <a:gd name="connsiteY0-2" fmla="*/ 421348 h 512788"/>
              <a:gd name="connsiteX1-3" fmla="*/ 379325 w 506919"/>
              <a:gd name="connsiteY1-4" fmla="*/ 0 h 512788"/>
              <a:gd name="connsiteX2-5" fmla="*/ 344103 w 506919"/>
              <a:gd name="connsiteY2-6" fmla="*/ 20248 h 512788"/>
              <a:gd name="connsiteX3-7" fmla="*/ 9381 w 506919"/>
              <a:gd name="connsiteY3-8" fmla="*/ 426772 h 512788"/>
              <a:gd name="connsiteX4-9" fmla="*/ 0 w 506919"/>
              <a:gd name="connsiteY4-10" fmla="*/ 456998 h 512788"/>
              <a:gd name="connsiteX5" fmla="*/ 506919 w 506919"/>
              <a:gd name="connsiteY5" fmla="*/ 512788 h 512788"/>
              <a:gd name="connsiteX0-11" fmla="*/ 415479 w 415479"/>
              <a:gd name="connsiteY0-12" fmla="*/ 421348 h 456998"/>
              <a:gd name="connsiteX1-13" fmla="*/ 379325 w 415479"/>
              <a:gd name="connsiteY1-14" fmla="*/ 0 h 456998"/>
              <a:gd name="connsiteX2-15" fmla="*/ 344103 w 415479"/>
              <a:gd name="connsiteY2-16" fmla="*/ 20248 h 456998"/>
              <a:gd name="connsiteX3-17" fmla="*/ 9381 w 415479"/>
              <a:gd name="connsiteY3-18" fmla="*/ 426772 h 456998"/>
              <a:gd name="connsiteX4-19" fmla="*/ 0 w 415479"/>
              <a:gd name="connsiteY4-20" fmla="*/ 456998 h 456998"/>
              <a:gd name="connsiteX0-21" fmla="*/ 379325 w 379325"/>
              <a:gd name="connsiteY0-22" fmla="*/ 0 h 456998"/>
              <a:gd name="connsiteX1-23" fmla="*/ 344103 w 379325"/>
              <a:gd name="connsiteY1-24" fmla="*/ 20248 h 456998"/>
              <a:gd name="connsiteX2-25" fmla="*/ 9381 w 379325"/>
              <a:gd name="connsiteY2-26" fmla="*/ 426772 h 456998"/>
              <a:gd name="connsiteX3-27" fmla="*/ 0 w 379325"/>
              <a:gd name="connsiteY3-28" fmla="*/ 456998 h 456998"/>
            </a:gdLst>
            <a:ahLst/>
            <a:cxnLst>
              <a:cxn ang="0">
                <a:pos x="connsiteX0-1" y="connsiteY0-2"/>
              </a:cxn>
              <a:cxn ang="0">
                <a:pos x="connsiteX1-3" y="connsiteY1-4"/>
              </a:cxn>
              <a:cxn ang="0">
                <a:pos x="connsiteX2-5" y="connsiteY2-6"/>
              </a:cxn>
              <a:cxn ang="0">
                <a:pos x="connsiteX3-7" y="connsiteY3-8"/>
              </a:cxn>
            </a:cxnLst>
            <a:rect l="l" t="t" r="r" b="b"/>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66" name="任意多边形: 形状 65"/>
          <p:cNvSpPr/>
          <p:nvPr userDrawn="1">
            <p:custDataLst>
              <p:tags r:id="rId46"/>
            </p:custDataLst>
          </p:nvPr>
        </p:nvSpPr>
        <p:spPr>
          <a:xfrm rot="10505744" flipH="1">
            <a:off x="11327765" y="-29845"/>
            <a:ext cx="825500" cy="985520"/>
          </a:xfrm>
          <a:custGeom>
            <a:avLst/>
            <a:gdLst>
              <a:gd name="connsiteX0" fmla="*/ 0 w 903428"/>
              <a:gd name="connsiteY0" fmla="*/ 985679 h 985679"/>
              <a:gd name="connsiteX1" fmla="*/ 903428 w 903428"/>
              <a:gd name="connsiteY1" fmla="*/ 908160 h 985679"/>
              <a:gd name="connsiteX2" fmla="*/ 825503 w 903428"/>
              <a:gd name="connsiteY2" fmla="*/ 0 h 985679"/>
              <a:gd name="connsiteX3" fmla="*/ 750494 w 903428"/>
              <a:gd name="connsiteY3" fmla="*/ 29558 h 985679"/>
              <a:gd name="connsiteX4" fmla="*/ 77440 w 903428"/>
              <a:gd name="connsiteY4" fmla="*/ 736181 h 985679"/>
              <a:gd name="connsiteX0-1" fmla="*/ 903428 w 994868"/>
              <a:gd name="connsiteY0-2" fmla="*/ 908160 h 999600"/>
              <a:gd name="connsiteX1-3" fmla="*/ 825503 w 994868"/>
              <a:gd name="connsiteY1-4" fmla="*/ 0 h 999600"/>
              <a:gd name="connsiteX2-5" fmla="*/ 750494 w 994868"/>
              <a:gd name="connsiteY2-6" fmla="*/ 29558 h 999600"/>
              <a:gd name="connsiteX3-7" fmla="*/ 77440 w 994868"/>
              <a:gd name="connsiteY3-8" fmla="*/ 736181 h 999600"/>
              <a:gd name="connsiteX4-9" fmla="*/ 0 w 994868"/>
              <a:gd name="connsiteY4-10" fmla="*/ 985679 h 999600"/>
              <a:gd name="connsiteX5" fmla="*/ 994868 w 994868"/>
              <a:gd name="connsiteY5" fmla="*/ 999600 h 999600"/>
              <a:gd name="connsiteX0-11" fmla="*/ 903428 w 903428"/>
              <a:gd name="connsiteY0-12" fmla="*/ 908160 h 985679"/>
              <a:gd name="connsiteX1-13" fmla="*/ 825503 w 903428"/>
              <a:gd name="connsiteY1-14" fmla="*/ 0 h 985679"/>
              <a:gd name="connsiteX2-15" fmla="*/ 750494 w 903428"/>
              <a:gd name="connsiteY2-16" fmla="*/ 29558 h 985679"/>
              <a:gd name="connsiteX3-17" fmla="*/ 77440 w 903428"/>
              <a:gd name="connsiteY3-18" fmla="*/ 736181 h 985679"/>
              <a:gd name="connsiteX4-19" fmla="*/ 0 w 903428"/>
              <a:gd name="connsiteY4-20" fmla="*/ 985679 h 985679"/>
              <a:gd name="connsiteX0-21" fmla="*/ 825503 w 825503"/>
              <a:gd name="connsiteY0-22" fmla="*/ 0 h 985679"/>
              <a:gd name="connsiteX1-23" fmla="*/ 750494 w 825503"/>
              <a:gd name="connsiteY1-24" fmla="*/ 29558 h 985679"/>
              <a:gd name="connsiteX2-25" fmla="*/ 77440 w 825503"/>
              <a:gd name="connsiteY2-26" fmla="*/ 736181 h 985679"/>
              <a:gd name="connsiteX3-27" fmla="*/ 0 w 825503"/>
              <a:gd name="connsiteY3-28" fmla="*/ 985679 h 985679"/>
            </a:gdLst>
            <a:ahLst/>
            <a:cxnLst>
              <a:cxn ang="0">
                <a:pos x="connsiteX0-1" y="connsiteY0-2"/>
              </a:cxn>
              <a:cxn ang="0">
                <a:pos x="connsiteX1-3" y="connsiteY1-4"/>
              </a:cxn>
              <a:cxn ang="0">
                <a:pos x="connsiteX2-5" y="connsiteY2-6"/>
              </a:cxn>
              <a:cxn ang="0">
                <a:pos x="connsiteX3-7" y="connsiteY3-8"/>
              </a:cxn>
            </a:cxnLst>
            <a:rect l="l" t="t" r="r" b="b"/>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60" name="任意多边形: 形状 59"/>
          <p:cNvSpPr/>
          <p:nvPr userDrawn="1">
            <p:custDataLst>
              <p:tags r:id="rId47"/>
            </p:custDataLst>
          </p:nvPr>
        </p:nvSpPr>
        <p:spPr>
          <a:xfrm rot="10505744" flipH="1">
            <a:off x="11482070" y="-23495"/>
            <a:ext cx="677545" cy="815975"/>
          </a:xfrm>
          <a:custGeom>
            <a:avLst/>
            <a:gdLst>
              <a:gd name="connsiteX0" fmla="*/ 445341 w 742235"/>
              <a:gd name="connsiteY0" fmla="*/ 777487 h 815699"/>
              <a:gd name="connsiteX1" fmla="*/ 742235 w 742235"/>
              <a:gd name="connsiteY1" fmla="*/ 752012 h 815699"/>
              <a:gd name="connsiteX2" fmla="*/ 677710 w 742235"/>
              <a:gd name="connsiteY2" fmla="*/ 0 h 815699"/>
              <a:gd name="connsiteX3" fmla="*/ 654567 w 742235"/>
              <a:gd name="connsiteY3" fmla="*/ 9120 h 815699"/>
              <a:gd name="connsiteX4" fmla="*/ 54956 w 742235"/>
              <a:gd name="connsiteY4" fmla="*/ 638637 h 815699"/>
              <a:gd name="connsiteX5" fmla="*/ 0 w 742235"/>
              <a:gd name="connsiteY5" fmla="*/ 815699 h 815699"/>
              <a:gd name="connsiteX0-1" fmla="*/ 742235 w 833675"/>
              <a:gd name="connsiteY0-2" fmla="*/ 752012 h 843452"/>
              <a:gd name="connsiteX1-3" fmla="*/ 677710 w 833675"/>
              <a:gd name="connsiteY1-4" fmla="*/ 0 h 843452"/>
              <a:gd name="connsiteX2-5" fmla="*/ 654567 w 833675"/>
              <a:gd name="connsiteY2-6" fmla="*/ 9120 h 843452"/>
              <a:gd name="connsiteX3-7" fmla="*/ 54956 w 833675"/>
              <a:gd name="connsiteY3-8" fmla="*/ 638637 h 843452"/>
              <a:gd name="connsiteX4-9" fmla="*/ 0 w 833675"/>
              <a:gd name="connsiteY4-10" fmla="*/ 815699 h 843452"/>
              <a:gd name="connsiteX5-11" fmla="*/ 445341 w 833675"/>
              <a:gd name="connsiteY5-12" fmla="*/ 777487 h 843452"/>
              <a:gd name="connsiteX6" fmla="*/ 833675 w 833675"/>
              <a:gd name="connsiteY6" fmla="*/ 843452 h 843452"/>
              <a:gd name="connsiteX0-13" fmla="*/ 742235 w 742235"/>
              <a:gd name="connsiteY0-14" fmla="*/ 752012 h 815699"/>
              <a:gd name="connsiteX1-15" fmla="*/ 677710 w 742235"/>
              <a:gd name="connsiteY1-16" fmla="*/ 0 h 815699"/>
              <a:gd name="connsiteX2-17" fmla="*/ 654567 w 742235"/>
              <a:gd name="connsiteY2-18" fmla="*/ 9120 h 815699"/>
              <a:gd name="connsiteX3-19" fmla="*/ 54956 w 742235"/>
              <a:gd name="connsiteY3-20" fmla="*/ 638637 h 815699"/>
              <a:gd name="connsiteX4-21" fmla="*/ 0 w 742235"/>
              <a:gd name="connsiteY4-22" fmla="*/ 815699 h 815699"/>
              <a:gd name="connsiteX5-23" fmla="*/ 445341 w 742235"/>
              <a:gd name="connsiteY5-24" fmla="*/ 777487 h 815699"/>
              <a:gd name="connsiteX0-25" fmla="*/ 677710 w 677710"/>
              <a:gd name="connsiteY0-26" fmla="*/ 0 h 815699"/>
              <a:gd name="connsiteX1-27" fmla="*/ 654567 w 677710"/>
              <a:gd name="connsiteY1-28" fmla="*/ 9120 h 815699"/>
              <a:gd name="connsiteX2-29" fmla="*/ 54956 w 677710"/>
              <a:gd name="connsiteY2-30" fmla="*/ 638637 h 815699"/>
              <a:gd name="connsiteX3-31" fmla="*/ 0 w 677710"/>
              <a:gd name="connsiteY3-32" fmla="*/ 815699 h 815699"/>
              <a:gd name="connsiteX4-33" fmla="*/ 445341 w 677710"/>
              <a:gd name="connsiteY4-34" fmla="*/ 777487 h 815699"/>
              <a:gd name="connsiteX0-35" fmla="*/ 677710 w 677710"/>
              <a:gd name="connsiteY0-36" fmla="*/ 0 h 815699"/>
              <a:gd name="connsiteX1-37" fmla="*/ 654567 w 677710"/>
              <a:gd name="connsiteY1-38" fmla="*/ 9120 h 815699"/>
              <a:gd name="connsiteX2-39" fmla="*/ 54956 w 677710"/>
              <a:gd name="connsiteY2-40" fmla="*/ 638637 h 815699"/>
              <a:gd name="connsiteX3-41" fmla="*/ 0 w 677710"/>
              <a:gd name="connsiteY3-42" fmla="*/ 815699 h 815699"/>
            </a:gdLst>
            <a:ahLst/>
            <a:cxnLst>
              <a:cxn ang="0">
                <a:pos x="connsiteX0-1" y="connsiteY0-2"/>
              </a:cxn>
              <a:cxn ang="0">
                <a:pos x="connsiteX1-3" y="connsiteY1-4"/>
              </a:cxn>
              <a:cxn ang="0">
                <a:pos x="connsiteX2-5" y="connsiteY2-6"/>
              </a:cxn>
              <a:cxn ang="0">
                <a:pos x="connsiteX3-7" y="connsiteY3-8"/>
              </a:cxn>
            </a:cxnLst>
            <a:rect l="l" t="t" r="r" b="b"/>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69" name="任意多边形: 形状 68"/>
          <p:cNvSpPr/>
          <p:nvPr userDrawn="1">
            <p:custDataLst>
              <p:tags r:id="rId48"/>
            </p:custDataLst>
          </p:nvPr>
        </p:nvSpPr>
        <p:spPr>
          <a:xfrm rot="10505744" flipH="1">
            <a:off x="11036935" y="-42545"/>
            <a:ext cx="1102360" cy="1322705"/>
          </a:xfrm>
          <a:custGeom>
            <a:avLst/>
            <a:gdLst>
              <a:gd name="connsiteX0" fmla="*/ 0 w 1204103"/>
              <a:gd name="connsiteY0" fmla="*/ 1322555 h 1322555"/>
              <a:gd name="connsiteX1" fmla="*/ 1171510 w 1204103"/>
              <a:gd name="connsiteY1" fmla="*/ 1222033 h 1322555"/>
              <a:gd name="connsiteX2" fmla="*/ 1204103 w 1204103"/>
              <a:gd name="connsiteY2" fmla="*/ 1187291 h 1322555"/>
              <a:gd name="connsiteX3" fmla="*/ 1102227 w 1204103"/>
              <a:gd name="connsiteY3" fmla="*/ 0 h 1322555"/>
              <a:gd name="connsiteX4" fmla="*/ 1074916 w 1204103"/>
              <a:gd name="connsiteY4" fmla="*/ 7378 h 1322555"/>
              <a:gd name="connsiteX5" fmla="*/ 7737 w 1204103"/>
              <a:gd name="connsiteY5" fmla="*/ 1245792 h 1322555"/>
              <a:gd name="connsiteX0-1" fmla="*/ 1204103 w 1295543"/>
              <a:gd name="connsiteY0-2" fmla="*/ 1187291 h 1322555"/>
              <a:gd name="connsiteX1-3" fmla="*/ 1102227 w 1295543"/>
              <a:gd name="connsiteY1-4" fmla="*/ 0 h 1322555"/>
              <a:gd name="connsiteX2-5" fmla="*/ 1074916 w 1295543"/>
              <a:gd name="connsiteY2-6" fmla="*/ 7378 h 1322555"/>
              <a:gd name="connsiteX3-7" fmla="*/ 7737 w 1295543"/>
              <a:gd name="connsiteY3-8" fmla="*/ 1245792 h 1322555"/>
              <a:gd name="connsiteX4-9" fmla="*/ 0 w 1295543"/>
              <a:gd name="connsiteY4-10" fmla="*/ 1322555 h 1322555"/>
              <a:gd name="connsiteX5-11" fmla="*/ 1171510 w 1295543"/>
              <a:gd name="connsiteY5-12" fmla="*/ 1222033 h 1322555"/>
              <a:gd name="connsiteX6" fmla="*/ 1295543 w 1295543"/>
              <a:gd name="connsiteY6" fmla="*/ 1278731 h 1322555"/>
              <a:gd name="connsiteX0-13" fmla="*/ 1204103 w 1204103"/>
              <a:gd name="connsiteY0-14" fmla="*/ 1187291 h 1322555"/>
              <a:gd name="connsiteX1-15" fmla="*/ 1102227 w 1204103"/>
              <a:gd name="connsiteY1-16" fmla="*/ 0 h 1322555"/>
              <a:gd name="connsiteX2-17" fmla="*/ 1074916 w 1204103"/>
              <a:gd name="connsiteY2-18" fmla="*/ 7378 h 1322555"/>
              <a:gd name="connsiteX3-19" fmla="*/ 7737 w 1204103"/>
              <a:gd name="connsiteY3-20" fmla="*/ 1245792 h 1322555"/>
              <a:gd name="connsiteX4-21" fmla="*/ 0 w 1204103"/>
              <a:gd name="connsiteY4-22" fmla="*/ 1322555 h 1322555"/>
              <a:gd name="connsiteX5-23" fmla="*/ 1171510 w 1204103"/>
              <a:gd name="connsiteY5-24" fmla="*/ 1222033 h 1322555"/>
              <a:gd name="connsiteX0-25" fmla="*/ 1204103 w 1204103"/>
              <a:gd name="connsiteY0-26" fmla="*/ 1187291 h 1322555"/>
              <a:gd name="connsiteX1-27" fmla="*/ 1102227 w 1204103"/>
              <a:gd name="connsiteY1-28" fmla="*/ 0 h 1322555"/>
              <a:gd name="connsiteX2-29" fmla="*/ 1074916 w 1204103"/>
              <a:gd name="connsiteY2-30" fmla="*/ 7378 h 1322555"/>
              <a:gd name="connsiteX3-31" fmla="*/ 7737 w 1204103"/>
              <a:gd name="connsiteY3-32" fmla="*/ 1245792 h 1322555"/>
              <a:gd name="connsiteX4-33" fmla="*/ 0 w 1204103"/>
              <a:gd name="connsiteY4-34" fmla="*/ 1322555 h 1322555"/>
              <a:gd name="connsiteX0-35" fmla="*/ 1102227 w 1102227"/>
              <a:gd name="connsiteY0-36" fmla="*/ 0 h 1322555"/>
              <a:gd name="connsiteX1-37" fmla="*/ 1074916 w 1102227"/>
              <a:gd name="connsiteY1-38" fmla="*/ 7378 h 1322555"/>
              <a:gd name="connsiteX2-39" fmla="*/ 7737 w 1102227"/>
              <a:gd name="connsiteY2-40" fmla="*/ 1245792 h 1322555"/>
              <a:gd name="connsiteX3-41" fmla="*/ 0 w 1102227"/>
              <a:gd name="connsiteY3-42" fmla="*/ 1322555 h 1322555"/>
            </a:gdLst>
            <a:ahLst/>
            <a:cxnLst>
              <a:cxn ang="0">
                <a:pos x="connsiteX0-1" y="connsiteY0-2"/>
              </a:cxn>
              <a:cxn ang="0">
                <a:pos x="connsiteX1-3" y="connsiteY1-4"/>
              </a:cxn>
              <a:cxn ang="0">
                <a:pos x="connsiteX2-5" y="connsiteY2-6"/>
              </a:cxn>
              <a:cxn ang="0">
                <a:pos x="connsiteX3-7" y="connsiteY3-8"/>
              </a:cxn>
            </a:cxnLst>
            <a:rect l="l" t="t" r="r" b="b"/>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2" name="任意多边形: 形状 71"/>
          <p:cNvSpPr/>
          <p:nvPr userDrawn="1">
            <p:custDataLst>
              <p:tags r:id="rId49"/>
            </p:custDataLst>
          </p:nvPr>
        </p:nvSpPr>
        <p:spPr>
          <a:xfrm rot="10505744" flipH="1">
            <a:off x="11181715" y="-36195"/>
            <a:ext cx="964565" cy="1156335"/>
          </a:xfrm>
          <a:custGeom>
            <a:avLst/>
            <a:gdLst>
              <a:gd name="connsiteX0" fmla="*/ 0 w 1055982"/>
              <a:gd name="connsiteY0" fmla="*/ 1156630 h 1156630"/>
              <a:gd name="connsiteX1" fmla="*/ 1055982 w 1055982"/>
              <a:gd name="connsiteY1" fmla="*/ 1066021 h 1156630"/>
              <a:gd name="connsiteX2" fmla="*/ 964511 w 1055982"/>
              <a:gd name="connsiteY2" fmla="*/ 0 h 1156630"/>
              <a:gd name="connsiteX3" fmla="*/ 740170 w 1055982"/>
              <a:gd name="connsiteY3" fmla="*/ 104674 h 1156630"/>
              <a:gd name="connsiteX4" fmla="*/ 3394 w 1055982"/>
              <a:gd name="connsiteY4" fmla="*/ 1122952 h 1156630"/>
              <a:gd name="connsiteX0-1" fmla="*/ 1055982 w 1147422"/>
              <a:gd name="connsiteY0-2" fmla="*/ 1066021 h 1157461"/>
              <a:gd name="connsiteX1-3" fmla="*/ 964511 w 1147422"/>
              <a:gd name="connsiteY1-4" fmla="*/ 0 h 1157461"/>
              <a:gd name="connsiteX2-5" fmla="*/ 740170 w 1147422"/>
              <a:gd name="connsiteY2-6" fmla="*/ 104674 h 1157461"/>
              <a:gd name="connsiteX3-7" fmla="*/ 3394 w 1147422"/>
              <a:gd name="connsiteY3-8" fmla="*/ 1122952 h 1157461"/>
              <a:gd name="connsiteX4-9" fmla="*/ 0 w 1147422"/>
              <a:gd name="connsiteY4-10" fmla="*/ 1156630 h 1157461"/>
              <a:gd name="connsiteX5" fmla="*/ 1147422 w 1147422"/>
              <a:gd name="connsiteY5" fmla="*/ 1157461 h 1157461"/>
              <a:gd name="connsiteX0-11" fmla="*/ 1055982 w 1055982"/>
              <a:gd name="connsiteY0-12" fmla="*/ 1066021 h 1156630"/>
              <a:gd name="connsiteX1-13" fmla="*/ 964511 w 1055982"/>
              <a:gd name="connsiteY1-14" fmla="*/ 0 h 1156630"/>
              <a:gd name="connsiteX2-15" fmla="*/ 740170 w 1055982"/>
              <a:gd name="connsiteY2-16" fmla="*/ 104674 h 1156630"/>
              <a:gd name="connsiteX3-17" fmla="*/ 3394 w 1055982"/>
              <a:gd name="connsiteY3-18" fmla="*/ 1122952 h 1156630"/>
              <a:gd name="connsiteX4-19" fmla="*/ 0 w 1055982"/>
              <a:gd name="connsiteY4-20" fmla="*/ 1156630 h 1156630"/>
              <a:gd name="connsiteX0-21" fmla="*/ 964511 w 964511"/>
              <a:gd name="connsiteY0-22" fmla="*/ 0 h 1156630"/>
              <a:gd name="connsiteX1-23" fmla="*/ 740170 w 964511"/>
              <a:gd name="connsiteY1-24" fmla="*/ 104674 h 1156630"/>
              <a:gd name="connsiteX2-25" fmla="*/ 3394 w 964511"/>
              <a:gd name="connsiteY2-26" fmla="*/ 1122952 h 1156630"/>
              <a:gd name="connsiteX3-27" fmla="*/ 0 w 964511"/>
              <a:gd name="connsiteY3-28" fmla="*/ 1156630 h 1156630"/>
            </a:gdLst>
            <a:ahLst/>
            <a:cxnLst>
              <a:cxn ang="0">
                <a:pos x="connsiteX0-1" y="connsiteY0-2"/>
              </a:cxn>
              <a:cxn ang="0">
                <a:pos x="connsiteX1-3" y="connsiteY1-4"/>
              </a:cxn>
              <a:cxn ang="0">
                <a:pos x="connsiteX2-5" y="connsiteY2-6"/>
              </a:cxn>
              <a:cxn ang="0">
                <a:pos x="connsiteX3-7" y="connsiteY3-8"/>
              </a:cxn>
            </a:cxnLst>
            <a:rect l="l" t="t" r="r" b="b"/>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 name="KSO_TEMPLATE" hidden="1"/>
          <p:cNvSpPr/>
          <p:nvPr userDrawn="1">
            <p:custDataLst>
              <p:tags r:id="rId5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9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_rels/slide2.xml.rels><?xml version="1.0" encoding="UTF-8" standalone="yes"?>
<Relationships xmlns="http://schemas.openxmlformats.org/package/2006/relationships"><Relationship Id="rId9" Type="http://schemas.openxmlformats.org/officeDocument/2006/relationships/tags" Target="../tags/tag255.xml"/><Relationship Id="rId8" Type="http://schemas.openxmlformats.org/officeDocument/2006/relationships/tags" Target="../tags/tag254.xml"/><Relationship Id="rId7" Type="http://schemas.openxmlformats.org/officeDocument/2006/relationships/tags" Target="../tags/tag253.xml"/><Relationship Id="rId6" Type="http://schemas.openxmlformats.org/officeDocument/2006/relationships/tags" Target="../tags/tag252.xml"/><Relationship Id="rId5" Type="http://schemas.openxmlformats.org/officeDocument/2006/relationships/tags" Target="../tags/tag251.xml"/><Relationship Id="rId4" Type="http://schemas.openxmlformats.org/officeDocument/2006/relationships/tags" Target="../tags/tag250.xml"/><Relationship Id="rId3" Type="http://schemas.openxmlformats.org/officeDocument/2006/relationships/tags" Target="../tags/tag249.xml"/><Relationship Id="rId2" Type="http://schemas.openxmlformats.org/officeDocument/2006/relationships/tags" Target="../tags/tag248.xml"/><Relationship Id="rId10" Type="http://schemas.openxmlformats.org/officeDocument/2006/relationships/slideLayout" Target="../slideLayouts/slideLayout14.xml"/><Relationship Id="rId1" Type="http://schemas.openxmlformats.org/officeDocument/2006/relationships/tags" Target="../tags/tag247.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s>
</file>

<file path=ppt/slides/_rels/slide4.xml.rels><?xml version="1.0" encoding="UTF-8" standalone="yes"?>
<Relationships xmlns="http://schemas.openxmlformats.org/package/2006/relationships"><Relationship Id="rId9" Type="http://schemas.openxmlformats.org/officeDocument/2006/relationships/tags" Target="../tags/tag267.xml"/><Relationship Id="rId8" Type="http://schemas.openxmlformats.org/officeDocument/2006/relationships/tags" Target="../tags/tag266.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0" Type="http://schemas.openxmlformats.org/officeDocument/2006/relationships/slideLayout" Target="../slideLayouts/slideLayout18.xml"/><Relationship Id="rId2" Type="http://schemas.openxmlformats.org/officeDocument/2006/relationships/tags" Target="../tags/tag260.xml"/><Relationship Id="rId19" Type="http://schemas.openxmlformats.org/officeDocument/2006/relationships/tags" Target="../tags/tag277.xml"/><Relationship Id="rId18" Type="http://schemas.openxmlformats.org/officeDocument/2006/relationships/tags" Target="../tags/tag276.xml"/><Relationship Id="rId17" Type="http://schemas.openxmlformats.org/officeDocument/2006/relationships/tags" Target="../tags/tag275.xml"/><Relationship Id="rId16" Type="http://schemas.openxmlformats.org/officeDocument/2006/relationships/tags" Target="../tags/tag274.xml"/><Relationship Id="rId15" Type="http://schemas.openxmlformats.org/officeDocument/2006/relationships/tags" Target="../tags/tag273.xml"/><Relationship Id="rId14" Type="http://schemas.openxmlformats.org/officeDocument/2006/relationships/tags" Target="../tags/tag272.xml"/><Relationship Id="rId13" Type="http://schemas.openxmlformats.org/officeDocument/2006/relationships/tags" Target="../tags/tag271.xml"/><Relationship Id="rId12" Type="http://schemas.openxmlformats.org/officeDocument/2006/relationships/tags" Target="../tags/tag270.xml"/><Relationship Id="rId11" Type="http://schemas.openxmlformats.org/officeDocument/2006/relationships/tags" Target="../tags/tag269.xml"/><Relationship Id="rId10" Type="http://schemas.openxmlformats.org/officeDocument/2006/relationships/tags" Target="../tags/tag268.xml"/><Relationship Id="rId1" Type="http://schemas.openxmlformats.org/officeDocument/2006/relationships/tags" Target="../tags/tag259.xml"/></Relationships>
</file>

<file path=ppt/slides/_rels/slide5.xml.rels><?xml version="1.0" encoding="UTF-8" standalone="yes"?>
<Relationships xmlns="http://schemas.openxmlformats.org/package/2006/relationships"><Relationship Id="rId9" Type="http://schemas.openxmlformats.org/officeDocument/2006/relationships/tags" Target="../tags/tag286.xml"/><Relationship Id="rId8" Type="http://schemas.openxmlformats.org/officeDocument/2006/relationships/tags" Target="../tags/tag285.xml"/><Relationship Id="rId7" Type="http://schemas.openxmlformats.org/officeDocument/2006/relationships/tags" Target="../tags/tag284.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3" Type="http://schemas.openxmlformats.org/officeDocument/2006/relationships/notesSlide" Target="../notesSlides/notesSlide1.xml"/><Relationship Id="rId12" Type="http://schemas.openxmlformats.org/officeDocument/2006/relationships/slideLayout" Target="../slideLayouts/slideLayout18.xml"/><Relationship Id="rId11" Type="http://schemas.openxmlformats.org/officeDocument/2006/relationships/tags" Target="../tags/tag288.xml"/><Relationship Id="rId10" Type="http://schemas.openxmlformats.org/officeDocument/2006/relationships/tags" Target="../tags/tag287.xml"/><Relationship Id="rId1" Type="http://schemas.openxmlformats.org/officeDocument/2006/relationships/tags" Target="../tags/tag278.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tags" Target="../tags/tag289.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8.xml"/><Relationship Id="rId3" Type="http://schemas.openxmlformats.org/officeDocument/2006/relationships/tags" Target="../tags/tag293.xml"/><Relationship Id="rId2" Type="http://schemas.openxmlformats.org/officeDocument/2006/relationships/image" Target="../media/image1.jpeg"/><Relationship Id="rId1" Type="http://schemas.openxmlformats.org/officeDocument/2006/relationships/tags" Target="../tags/tag292.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8.xml"/><Relationship Id="rId6" Type="http://schemas.openxmlformats.org/officeDocument/2006/relationships/tags" Target="../tags/tag296.xml"/><Relationship Id="rId5" Type="http://schemas.openxmlformats.org/officeDocument/2006/relationships/image" Target="../media/image2.png"/><Relationship Id="rId4" Type="http://schemas.openxmlformats.org/officeDocument/2006/relationships/tags" Target="../tags/tag295.xml"/><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tags" Target="../tags/tag294.xml"/></Relationships>
</file>

<file path=ppt/slides/_rels/slide9.xml.rels><?xml version="1.0" encoding="UTF-8" standalone="yes"?>
<Relationships xmlns="http://schemas.openxmlformats.org/package/2006/relationships"><Relationship Id="rId9" Type="http://schemas.openxmlformats.org/officeDocument/2006/relationships/tags" Target="../tags/tag305.xml"/><Relationship Id="rId8" Type="http://schemas.openxmlformats.org/officeDocument/2006/relationships/tags" Target="../tags/tag304.xml"/><Relationship Id="rId7" Type="http://schemas.openxmlformats.org/officeDocument/2006/relationships/tags" Target="../tags/tag303.xml"/><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8" Type="http://schemas.openxmlformats.org/officeDocument/2006/relationships/notesSlide" Target="../notesSlides/notesSlide4.xml"/><Relationship Id="rId27" Type="http://schemas.openxmlformats.org/officeDocument/2006/relationships/slideLayout" Target="../slideLayouts/slideLayout18.xml"/><Relationship Id="rId26" Type="http://schemas.openxmlformats.org/officeDocument/2006/relationships/tags" Target="../tags/tag322.xml"/><Relationship Id="rId25" Type="http://schemas.openxmlformats.org/officeDocument/2006/relationships/tags" Target="../tags/tag321.xml"/><Relationship Id="rId24" Type="http://schemas.openxmlformats.org/officeDocument/2006/relationships/tags" Target="../tags/tag320.xml"/><Relationship Id="rId23" Type="http://schemas.openxmlformats.org/officeDocument/2006/relationships/tags" Target="../tags/tag319.xml"/><Relationship Id="rId22" Type="http://schemas.openxmlformats.org/officeDocument/2006/relationships/tags" Target="../tags/tag318.xml"/><Relationship Id="rId21" Type="http://schemas.openxmlformats.org/officeDocument/2006/relationships/tags" Target="../tags/tag317.xml"/><Relationship Id="rId20" Type="http://schemas.openxmlformats.org/officeDocument/2006/relationships/tags" Target="../tags/tag316.xml"/><Relationship Id="rId2" Type="http://schemas.openxmlformats.org/officeDocument/2006/relationships/tags" Target="../tags/tag298.xml"/><Relationship Id="rId19" Type="http://schemas.openxmlformats.org/officeDocument/2006/relationships/tags" Target="../tags/tag315.xml"/><Relationship Id="rId18" Type="http://schemas.openxmlformats.org/officeDocument/2006/relationships/tags" Target="../tags/tag314.xml"/><Relationship Id="rId17" Type="http://schemas.openxmlformats.org/officeDocument/2006/relationships/tags" Target="../tags/tag313.xml"/><Relationship Id="rId16" Type="http://schemas.openxmlformats.org/officeDocument/2006/relationships/tags" Target="../tags/tag312.xml"/><Relationship Id="rId15" Type="http://schemas.openxmlformats.org/officeDocument/2006/relationships/tags" Target="../tags/tag311.xml"/><Relationship Id="rId14" Type="http://schemas.openxmlformats.org/officeDocument/2006/relationships/tags" Target="../tags/tag310.xml"/><Relationship Id="rId13" Type="http://schemas.openxmlformats.org/officeDocument/2006/relationships/tags" Target="../tags/tag309.xml"/><Relationship Id="rId12" Type="http://schemas.openxmlformats.org/officeDocument/2006/relationships/tags" Target="../tags/tag308.xml"/><Relationship Id="rId11" Type="http://schemas.openxmlformats.org/officeDocument/2006/relationships/tags" Target="../tags/tag307.xml"/><Relationship Id="rId10" Type="http://schemas.openxmlformats.org/officeDocument/2006/relationships/tags" Target="../tags/tag306.xml"/><Relationship Id="rId1" Type="http://schemas.openxmlformats.org/officeDocument/2006/relationships/tags" Target="../tags/tag297.xml"/></Relationships>
</file>

<file path=ppt/slides/_rels/slide10.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329.xml"/><Relationship Id="rId6" Type="http://schemas.openxmlformats.org/officeDocument/2006/relationships/tags" Target="../tags/tag328.xml"/><Relationship Id="rId5" Type="http://schemas.openxmlformats.org/officeDocument/2006/relationships/tags" Target="../tags/tag327.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tags" Target="../tags/tag324.xml"/><Relationship Id="rId15" Type="http://schemas.openxmlformats.org/officeDocument/2006/relationships/slideLayout" Target="../slideLayouts/slideLayout18.xml"/><Relationship Id="rId14" Type="http://schemas.openxmlformats.org/officeDocument/2006/relationships/tags" Target="../tags/tag332.xml"/><Relationship Id="rId13" Type="http://schemas.openxmlformats.org/officeDocument/2006/relationships/tags" Target="../tags/tag331.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330.xml"/><Relationship Id="rId1" Type="http://schemas.openxmlformats.org/officeDocument/2006/relationships/tags" Target="../tags/tag323.xml"/></Relationships>
</file>

<file path=ppt/slides/_rels/slide11.xml.rels><?xml version="1.0" encoding="UTF-8" standalone="yes"?>
<Relationships xmlns="http://schemas.openxmlformats.org/package/2006/relationships"><Relationship Id="rId9" Type="http://schemas.openxmlformats.org/officeDocument/2006/relationships/tags" Target="../tags/tag341.xml"/><Relationship Id="rId8" Type="http://schemas.openxmlformats.org/officeDocument/2006/relationships/tags" Target="../tags/tag340.xml"/><Relationship Id="rId7" Type="http://schemas.openxmlformats.org/officeDocument/2006/relationships/tags" Target="../tags/tag339.xml"/><Relationship Id="rId6" Type="http://schemas.openxmlformats.org/officeDocument/2006/relationships/tags" Target="../tags/tag338.xml"/><Relationship Id="rId5" Type="http://schemas.openxmlformats.org/officeDocument/2006/relationships/tags" Target="../tags/tag337.xml"/><Relationship Id="rId4" Type="http://schemas.openxmlformats.org/officeDocument/2006/relationships/tags" Target="../tags/tag336.xml"/><Relationship Id="rId3" Type="http://schemas.openxmlformats.org/officeDocument/2006/relationships/tags" Target="../tags/tag335.xml"/><Relationship Id="rId2" Type="http://schemas.openxmlformats.org/officeDocument/2006/relationships/tags" Target="../tags/tag334.xml"/><Relationship Id="rId19" Type="http://schemas.openxmlformats.org/officeDocument/2006/relationships/slideLayout" Target="../slideLayouts/slideLayout18.xml"/><Relationship Id="rId18" Type="http://schemas.openxmlformats.org/officeDocument/2006/relationships/tags" Target="../tags/tag350.xml"/><Relationship Id="rId17" Type="http://schemas.openxmlformats.org/officeDocument/2006/relationships/tags" Target="../tags/tag349.xml"/><Relationship Id="rId16" Type="http://schemas.openxmlformats.org/officeDocument/2006/relationships/tags" Target="../tags/tag348.xml"/><Relationship Id="rId15" Type="http://schemas.openxmlformats.org/officeDocument/2006/relationships/tags" Target="../tags/tag347.xml"/><Relationship Id="rId14" Type="http://schemas.openxmlformats.org/officeDocument/2006/relationships/tags" Target="../tags/tag346.xml"/><Relationship Id="rId13" Type="http://schemas.openxmlformats.org/officeDocument/2006/relationships/tags" Target="../tags/tag345.xml"/><Relationship Id="rId12" Type="http://schemas.openxmlformats.org/officeDocument/2006/relationships/tags" Target="../tags/tag344.xml"/><Relationship Id="rId11" Type="http://schemas.openxmlformats.org/officeDocument/2006/relationships/tags" Target="../tags/tag343.xml"/><Relationship Id="rId10" Type="http://schemas.openxmlformats.org/officeDocument/2006/relationships/tags" Target="../tags/tag342.xml"/><Relationship Id="rId1" Type="http://schemas.openxmlformats.org/officeDocument/2006/relationships/tags" Target="../tags/tag33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s>
</file>

<file path=ppt/slides/_rels/slide13.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tags" Target="../tags/tag361.xml"/><Relationship Id="rId7" Type="http://schemas.openxmlformats.org/officeDocument/2006/relationships/tags" Target="../tags/tag360.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4" Type="http://schemas.openxmlformats.org/officeDocument/2006/relationships/notesSlide" Target="../notesSlides/notesSlide5.xml"/><Relationship Id="rId13" Type="http://schemas.openxmlformats.org/officeDocument/2006/relationships/slideLayout" Target="../slideLayouts/slideLayout18.xml"/><Relationship Id="rId12" Type="http://schemas.openxmlformats.org/officeDocument/2006/relationships/tags" Target="../tags/tag364.xml"/><Relationship Id="rId11" Type="http://schemas.openxmlformats.org/officeDocument/2006/relationships/image" Target="../media/image7.png"/><Relationship Id="rId10" Type="http://schemas.openxmlformats.org/officeDocument/2006/relationships/tags" Target="../tags/tag363.xml"/><Relationship Id="rId1" Type="http://schemas.openxmlformats.org/officeDocument/2006/relationships/tags" Target="../tags/tag354.xml"/></Relationships>
</file>

<file path=ppt/slides/_rels/slide14.xml.rels><?xml version="1.0" encoding="UTF-8" standalone="yes"?>
<Relationships xmlns="http://schemas.openxmlformats.org/package/2006/relationships"><Relationship Id="rId9" Type="http://schemas.openxmlformats.org/officeDocument/2006/relationships/tags" Target="../tags/tag373.xml"/><Relationship Id="rId8" Type="http://schemas.openxmlformats.org/officeDocument/2006/relationships/tags" Target="../tags/tag372.xml"/><Relationship Id="rId7" Type="http://schemas.openxmlformats.org/officeDocument/2006/relationships/tags" Target="../tags/tag371.xml"/><Relationship Id="rId6" Type="http://schemas.openxmlformats.org/officeDocument/2006/relationships/tags" Target="../tags/tag370.xml"/><Relationship Id="rId5" Type="http://schemas.openxmlformats.org/officeDocument/2006/relationships/tags" Target="../tags/tag369.xml"/><Relationship Id="rId4" Type="http://schemas.openxmlformats.org/officeDocument/2006/relationships/tags" Target="../tags/tag368.xml"/><Relationship Id="rId3" Type="http://schemas.openxmlformats.org/officeDocument/2006/relationships/tags" Target="../tags/tag367.xml"/><Relationship Id="rId27" Type="http://schemas.openxmlformats.org/officeDocument/2006/relationships/slideLayout" Target="../slideLayouts/slideLayout18.xml"/><Relationship Id="rId26" Type="http://schemas.openxmlformats.org/officeDocument/2006/relationships/tags" Target="../tags/tag383.xml"/><Relationship Id="rId25" Type="http://schemas.openxmlformats.org/officeDocument/2006/relationships/image" Target="../media/image14.png"/><Relationship Id="rId24" Type="http://schemas.openxmlformats.org/officeDocument/2006/relationships/image" Target="../media/image13.png"/><Relationship Id="rId23" Type="http://schemas.openxmlformats.org/officeDocument/2006/relationships/image" Target="../media/image12.png"/><Relationship Id="rId22" Type="http://schemas.openxmlformats.org/officeDocument/2006/relationships/image" Target="../media/image11.png"/><Relationship Id="rId21" Type="http://schemas.openxmlformats.org/officeDocument/2006/relationships/image" Target="../media/image10.png"/><Relationship Id="rId20" Type="http://schemas.openxmlformats.org/officeDocument/2006/relationships/image" Target="../media/image9.png"/><Relationship Id="rId2" Type="http://schemas.openxmlformats.org/officeDocument/2006/relationships/tags" Target="../tags/tag366.xml"/><Relationship Id="rId19" Type="http://schemas.openxmlformats.org/officeDocument/2006/relationships/image" Target="../media/image8.png"/><Relationship Id="rId18" Type="http://schemas.openxmlformats.org/officeDocument/2006/relationships/tags" Target="../tags/tag382.xml"/><Relationship Id="rId17" Type="http://schemas.openxmlformats.org/officeDocument/2006/relationships/tags" Target="../tags/tag381.xml"/><Relationship Id="rId16" Type="http://schemas.openxmlformats.org/officeDocument/2006/relationships/tags" Target="../tags/tag380.xml"/><Relationship Id="rId15" Type="http://schemas.openxmlformats.org/officeDocument/2006/relationships/tags" Target="../tags/tag379.xml"/><Relationship Id="rId14" Type="http://schemas.openxmlformats.org/officeDocument/2006/relationships/tags" Target="../tags/tag378.xml"/><Relationship Id="rId13" Type="http://schemas.openxmlformats.org/officeDocument/2006/relationships/tags" Target="../tags/tag377.xml"/><Relationship Id="rId12" Type="http://schemas.openxmlformats.org/officeDocument/2006/relationships/tags" Target="../tags/tag376.xml"/><Relationship Id="rId11" Type="http://schemas.openxmlformats.org/officeDocument/2006/relationships/tags" Target="../tags/tag375.xml"/><Relationship Id="rId10" Type="http://schemas.openxmlformats.org/officeDocument/2006/relationships/tags" Target="../tags/tag374.xml"/><Relationship Id="rId1" Type="http://schemas.openxmlformats.org/officeDocument/2006/relationships/tags" Target="../tags/tag365.xml"/></Relationships>
</file>

<file path=ppt/slides/_rels/slide15.xml.rels><?xml version="1.0" encoding="UTF-8" standalone="yes"?>
<Relationships xmlns="http://schemas.openxmlformats.org/package/2006/relationships"><Relationship Id="rId9" Type="http://schemas.openxmlformats.org/officeDocument/2006/relationships/tags" Target="../tags/tag391.xml"/><Relationship Id="rId8" Type="http://schemas.openxmlformats.org/officeDocument/2006/relationships/image" Target="../media/image15.png"/><Relationship Id="rId7" Type="http://schemas.openxmlformats.org/officeDocument/2006/relationships/tags" Target="../tags/tag390.xml"/><Relationship Id="rId6" Type="http://schemas.openxmlformats.org/officeDocument/2006/relationships/tags" Target="../tags/tag389.xml"/><Relationship Id="rId5" Type="http://schemas.openxmlformats.org/officeDocument/2006/relationships/tags" Target="../tags/tag388.xml"/><Relationship Id="rId4" Type="http://schemas.openxmlformats.org/officeDocument/2006/relationships/tags" Target="../tags/tag387.xml"/><Relationship Id="rId3" Type="http://schemas.openxmlformats.org/officeDocument/2006/relationships/tags" Target="../tags/tag386.xml"/><Relationship Id="rId2" Type="http://schemas.openxmlformats.org/officeDocument/2006/relationships/tags" Target="../tags/tag385.xml"/><Relationship Id="rId11" Type="http://schemas.openxmlformats.org/officeDocument/2006/relationships/notesSlide" Target="../notesSlides/notesSlide6.xml"/><Relationship Id="rId10" Type="http://schemas.openxmlformats.org/officeDocument/2006/relationships/slideLayout" Target="../slideLayouts/slideLayout18.xml"/><Relationship Id="rId1" Type="http://schemas.openxmlformats.org/officeDocument/2006/relationships/tags" Target="../tags/tag384.xml"/></Relationships>
</file>

<file path=ppt/slides/_rels/slide16.xml.rels><?xml version="1.0" encoding="UTF-8" standalone="yes"?>
<Relationships xmlns="http://schemas.openxmlformats.org/package/2006/relationships"><Relationship Id="rId9" Type="http://schemas.openxmlformats.org/officeDocument/2006/relationships/tags" Target="../tags/tag400.xml"/><Relationship Id="rId8" Type="http://schemas.openxmlformats.org/officeDocument/2006/relationships/tags" Target="../tags/tag399.xml"/><Relationship Id="rId7" Type="http://schemas.openxmlformats.org/officeDocument/2006/relationships/tags" Target="../tags/tag398.xml"/><Relationship Id="rId6" Type="http://schemas.openxmlformats.org/officeDocument/2006/relationships/tags" Target="../tags/tag397.xml"/><Relationship Id="rId5" Type="http://schemas.openxmlformats.org/officeDocument/2006/relationships/tags" Target="../tags/tag396.xml"/><Relationship Id="rId4" Type="http://schemas.openxmlformats.org/officeDocument/2006/relationships/tags" Target="../tags/tag395.xml"/><Relationship Id="rId3" Type="http://schemas.openxmlformats.org/officeDocument/2006/relationships/tags" Target="../tags/tag394.xml"/><Relationship Id="rId21" Type="http://schemas.openxmlformats.org/officeDocument/2006/relationships/notesSlide" Target="../notesSlides/notesSlide7.xml"/><Relationship Id="rId20" Type="http://schemas.openxmlformats.org/officeDocument/2006/relationships/slideLayout" Target="../slideLayouts/slideLayout18.xml"/><Relationship Id="rId2" Type="http://schemas.openxmlformats.org/officeDocument/2006/relationships/tags" Target="../tags/tag393.xml"/><Relationship Id="rId19" Type="http://schemas.openxmlformats.org/officeDocument/2006/relationships/tags" Target="../tags/tag410.xml"/><Relationship Id="rId18" Type="http://schemas.openxmlformats.org/officeDocument/2006/relationships/tags" Target="../tags/tag409.xml"/><Relationship Id="rId17" Type="http://schemas.openxmlformats.org/officeDocument/2006/relationships/tags" Target="../tags/tag408.xml"/><Relationship Id="rId16" Type="http://schemas.openxmlformats.org/officeDocument/2006/relationships/tags" Target="../tags/tag407.xml"/><Relationship Id="rId15" Type="http://schemas.openxmlformats.org/officeDocument/2006/relationships/tags" Target="../tags/tag406.xml"/><Relationship Id="rId14" Type="http://schemas.openxmlformats.org/officeDocument/2006/relationships/tags" Target="../tags/tag405.xml"/><Relationship Id="rId13" Type="http://schemas.openxmlformats.org/officeDocument/2006/relationships/tags" Target="../tags/tag404.xml"/><Relationship Id="rId12" Type="http://schemas.openxmlformats.org/officeDocument/2006/relationships/tags" Target="../tags/tag403.xml"/><Relationship Id="rId11" Type="http://schemas.openxmlformats.org/officeDocument/2006/relationships/tags" Target="../tags/tag402.xml"/><Relationship Id="rId10" Type="http://schemas.openxmlformats.org/officeDocument/2006/relationships/tags" Target="../tags/tag401.xml"/><Relationship Id="rId1" Type="http://schemas.openxmlformats.org/officeDocument/2006/relationships/tags" Target="../tags/tag39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414.xml"/><Relationship Id="rId3" Type="http://schemas.openxmlformats.org/officeDocument/2006/relationships/tags" Target="../tags/tag413.xml"/><Relationship Id="rId2" Type="http://schemas.openxmlformats.org/officeDocument/2006/relationships/tags" Target="../tags/tag412.xml"/><Relationship Id="rId1" Type="http://schemas.openxmlformats.org/officeDocument/2006/relationships/tags" Target="../tags/tag41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415.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423.xml"/><Relationship Id="rId7" Type="http://schemas.openxmlformats.org/officeDocument/2006/relationships/tags" Target="../tags/tag422.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 Id="rId3" Type="http://schemas.openxmlformats.org/officeDocument/2006/relationships/tags" Target="../tags/tag418.xml"/><Relationship Id="rId2" Type="http://schemas.openxmlformats.org/officeDocument/2006/relationships/tags" Target="../tags/tag417.xml"/><Relationship Id="rId10" Type="http://schemas.openxmlformats.org/officeDocument/2006/relationships/notesSlide" Target="../notesSlides/notesSlide8.xml"/><Relationship Id="rId1" Type="http://schemas.openxmlformats.org/officeDocument/2006/relationships/tags" Target="../tags/tag416.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425.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ags" Target="../tags/tag424.xml"/></Relationships>
</file>

<file path=ppt/slides/_rels/slide21.xml.rels><?xml version="1.0" encoding="UTF-8" standalone="yes"?>
<Relationships xmlns="http://schemas.openxmlformats.org/package/2006/relationships"><Relationship Id="rId9" Type="http://schemas.openxmlformats.org/officeDocument/2006/relationships/tags" Target="../tags/tag434.xml"/><Relationship Id="rId8" Type="http://schemas.openxmlformats.org/officeDocument/2006/relationships/tags" Target="../tags/tag433.xml"/><Relationship Id="rId7" Type="http://schemas.openxmlformats.org/officeDocument/2006/relationships/tags" Target="../tags/tag432.xml"/><Relationship Id="rId6" Type="http://schemas.openxmlformats.org/officeDocument/2006/relationships/tags" Target="../tags/tag431.xml"/><Relationship Id="rId5" Type="http://schemas.openxmlformats.org/officeDocument/2006/relationships/tags" Target="../tags/tag430.xml"/><Relationship Id="rId4" Type="http://schemas.openxmlformats.org/officeDocument/2006/relationships/tags" Target="../tags/tag429.xml"/><Relationship Id="rId3" Type="http://schemas.openxmlformats.org/officeDocument/2006/relationships/tags" Target="../tags/tag428.xml"/><Relationship Id="rId2" Type="http://schemas.openxmlformats.org/officeDocument/2006/relationships/tags" Target="../tags/tag427.xml"/><Relationship Id="rId12" Type="http://schemas.openxmlformats.org/officeDocument/2006/relationships/notesSlide" Target="../notesSlides/notesSlide9.xml"/><Relationship Id="rId11" Type="http://schemas.openxmlformats.org/officeDocument/2006/relationships/slideLayout" Target="../slideLayouts/slideLayout18.xml"/><Relationship Id="rId10" Type="http://schemas.openxmlformats.org/officeDocument/2006/relationships/tags" Target="../tags/tag435.xml"/><Relationship Id="rId1" Type="http://schemas.openxmlformats.org/officeDocument/2006/relationships/tags" Target="../tags/tag426.xml"/></Relationships>
</file>

<file path=ppt/slides/_rels/slide22.xml.rels><?xml version="1.0" encoding="UTF-8" standalone="yes"?>
<Relationships xmlns="http://schemas.openxmlformats.org/package/2006/relationships"><Relationship Id="rId9" Type="http://schemas.openxmlformats.org/officeDocument/2006/relationships/tags" Target="../tags/tag444.xml"/><Relationship Id="rId8" Type="http://schemas.openxmlformats.org/officeDocument/2006/relationships/tags" Target="../tags/tag443.xml"/><Relationship Id="rId7" Type="http://schemas.openxmlformats.org/officeDocument/2006/relationships/tags" Target="../tags/tag442.xml"/><Relationship Id="rId6" Type="http://schemas.openxmlformats.org/officeDocument/2006/relationships/tags" Target="../tags/tag441.xml"/><Relationship Id="rId5" Type="http://schemas.openxmlformats.org/officeDocument/2006/relationships/tags" Target="../tags/tag440.xml"/><Relationship Id="rId4" Type="http://schemas.openxmlformats.org/officeDocument/2006/relationships/tags" Target="../tags/tag439.xml"/><Relationship Id="rId3" Type="http://schemas.openxmlformats.org/officeDocument/2006/relationships/tags" Target="../tags/tag438.xml"/><Relationship Id="rId20" Type="http://schemas.openxmlformats.org/officeDocument/2006/relationships/notesSlide" Target="../notesSlides/notesSlide10.xml"/><Relationship Id="rId2" Type="http://schemas.openxmlformats.org/officeDocument/2006/relationships/tags" Target="../tags/tag437.xml"/><Relationship Id="rId19" Type="http://schemas.openxmlformats.org/officeDocument/2006/relationships/slideLayout" Target="../slideLayouts/slideLayout18.xml"/><Relationship Id="rId18" Type="http://schemas.openxmlformats.org/officeDocument/2006/relationships/tags" Target="../tags/tag453.xml"/><Relationship Id="rId17" Type="http://schemas.openxmlformats.org/officeDocument/2006/relationships/tags" Target="../tags/tag452.xml"/><Relationship Id="rId16" Type="http://schemas.openxmlformats.org/officeDocument/2006/relationships/tags" Target="../tags/tag451.xml"/><Relationship Id="rId15" Type="http://schemas.openxmlformats.org/officeDocument/2006/relationships/tags" Target="../tags/tag450.xml"/><Relationship Id="rId14" Type="http://schemas.openxmlformats.org/officeDocument/2006/relationships/tags" Target="../tags/tag449.xml"/><Relationship Id="rId13" Type="http://schemas.openxmlformats.org/officeDocument/2006/relationships/tags" Target="../tags/tag448.xml"/><Relationship Id="rId12" Type="http://schemas.openxmlformats.org/officeDocument/2006/relationships/tags" Target="../tags/tag447.xml"/><Relationship Id="rId11" Type="http://schemas.openxmlformats.org/officeDocument/2006/relationships/tags" Target="../tags/tag446.xml"/><Relationship Id="rId10" Type="http://schemas.openxmlformats.org/officeDocument/2006/relationships/tags" Target="../tags/tag445.xml"/><Relationship Id="rId1" Type="http://schemas.openxmlformats.org/officeDocument/2006/relationships/tags" Target="../tags/tag436.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tags" Target="../tags/tag4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标题"/>
          <p:cNvSpPr>
            <a:spLocks noGrp="1"/>
          </p:cNvSpPr>
          <p:nvPr>
            <p:ph type="ctrTitle"/>
            <p:custDataLst>
              <p:tags r:id="rId1"/>
            </p:custDataLst>
          </p:nvPr>
        </p:nvSpPr>
        <p:spPr>
          <a:xfrm>
            <a:off x="866775" y="1656080"/>
            <a:ext cx="5388610" cy="1800225"/>
          </a:xfrm>
        </p:spPr>
        <p:txBody>
          <a:bodyPr>
            <a:normAutofit fontScale="90000"/>
          </a:bodyPr>
          <a:p>
            <a:pPr marL="0" indent="0" algn="l">
              <a:lnSpc>
                <a:spcPct val="100000"/>
              </a:lnSpc>
              <a:spcBef>
                <a:spcPts val="0"/>
              </a:spcBef>
              <a:spcAft>
                <a:spcPts val="0"/>
              </a:spcAft>
              <a:buSzPct val="100000"/>
            </a:pPr>
            <a:r>
              <a:rPr altLang="en-US" sz="5800"/>
              <a:t>炭黑的工艺与分析</a:t>
            </a:r>
            <a:endParaRPr altLang="en-US" sz="5800"/>
          </a:p>
        </p:txBody>
      </p:sp>
      <p:sp>
        <p:nvSpPr>
          <p:cNvPr id="13" name="署名"/>
          <p:cNvSpPr>
            <a:spLocks noGrp="1"/>
          </p:cNvSpPr>
          <p:nvPr>
            <p:ph type="body" sz="quarter" idx="17"/>
            <p:custDataLst>
              <p:tags r:id="rId2"/>
            </p:custDataLst>
          </p:nvPr>
        </p:nvSpPr>
        <p:spPr/>
        <p:txBody>
          <a:bodyPr/>
          <a:p>
            <a:pPr marL="0" indent="0" algn="l">
              <a:lnSpc>
                <a:spcPct val="100000"/>
              </a:lnSpc>
              <a:spcBef>
                <a:spcPts val="1000"/>
              </a:spcBef>
              <a:spcAft>
                <a:spcPts val="0"/>
              </a:spcAft>
              <a:buSzPct val="100000"/>
            </a:pPr>
            <a:r>
              <a:rPr lang="zh-CN" altLang="en-US" sz="2000"/>
              <a:t>主讲人：王戈华</a:t>
            </a:r>
            <a:endParaRPr lang="zh-CN" altLang="en-US" sz="2000"/>
          </a:p>
        </p:txBody>
      </p:sp>
      <p:sp>
        <p:nvSpPr>
          <p:cNvPr id="2" name="文本框 1"/>
          <p:cNvSpPr txBox="1"/>
          <p:nvPr/>
        </p:nvSpPr>
        <p:spPr>
          <a:xfrm>
            <a:off x="901700" y="995045"/>
            <a:ext cx="4064000" cy="368300"/>
          </a:xfrm>
          <a:prstGeom prst="rect">
            <a:avLst/>
          </a:prstGeom>
          <a:noFill/>
        </p:spPr>
        <p:txBody>
          <a:bodyPr wrap="square" rtlCol="0">
            <a:spAutoFit/>
          </a:bodyPr>
          <a:p>
            <a:r>
              <a:rPr lang="zh-CN" altLang="en-US"/>
              <a:t>教材编制：</a:t>
            </a:r>
            <a:r>
              <a:rPr lang="en-US" altLang="zh-CN"/>
              <a:t>KY02-3-023-2025A-022</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标题"/>
          <p:cNvSpPr>
            <a:spLocks noGrp="1"/>
          </p:cNvSpPr>
          <p:nvPr>
            <p:ph type="title"/>
            <p:custDataLst>
              <p:tags r:id="rId1"/>
            </p:custDataLst>
          </p:nvPr>
        </p:nvSpPr>
        <p:spPr/>
        <p:txBody>
          <a:bodyPr/>
          <a:p>
            <a:pPr marL="0" indent="0" algn="l">
              <a:lnSpc>
                <a:spcPct val="100000"/>
              </a:lnSpc>
              <a:spcBef>
                <a:spcPts val="0"/>
              </a:spcBef>
              <a:spcAft>
                <a:spcPts val="0"/>
              </a:spcAft>
              <a:buSzPct val="100000"/>
            </a:pPr>
            <a:r>
              <a:rPr altLang="en-US" sz="6600"/>
              <a:t>目录</a:t>
            </a:r>
            <a:endParaRPr altLang="en-US" sz="6600"/>
          </a:p>
        </p:txBody>
      </p:sp>
      <p:sp>
        <p:nvSpPr>
          <p:cNvPr id="35" name="序号"/>
          <p:cNvSpPr txBox="1"/>
          <p:nvPr>
            <p:custDataLst>
              <p:tags r:id="rId2"/>
            </p:custDataLst>
          </p:nvPr>
        </p:nvSpPr>
        <p:spPr>
          <a:xfrm>
            <a:off x="5720492" y="1670152"/>
            <a:ext cx="747844" cy="698310"/>
          </a:xfrm>
          <a:prstGeom prst="rect">
            <a:avLst/>
          </a:prstGeom>
          <a:noFill/>
        </p:spPr>
        <p:txBody>
          <a:bodyPr wrap="none" lIns="0" tIns="0" rIns="0" bIns="0" rtlCol="0" anchor="ctr" anchorCtr="0">
            <a:noAutofit/>
          </a:bodyPr>
          <a:p>
            <a:pPr algn="ctr">
              <a:lnSpc>
                <a:spcPct val="100000"/>
              </a:lnSpc>
            </a:pPr>
            <a:r>
              <a:rPr lang="en-US" sz="4400" b="1" dirty="0">
                <a:solidFill>
                  <a:schemeClr val="accent1"/>
                </a:solidFill>
                <a:latin typeface="+mn-ea"/>
              </a:rPr>
              <a:t>01</a:t>
            </a:r>
            <a:endParaRPr lang="en-US" sz="4400" b="1" dirty="0">
              <a:solidFill>
                <a:schemeClr val="accent1"/>
              </a:solidFill>
              <a:latin typeface="+mn-ea"/>
            </a:endParaRPr>
          </a:p>
        </p:txBody>
      </p:sp>
      <p:sp>
        <p:nvSpPr>
          <p:cNvPr id="36" name="项标题"/>
          <p:cNvSpPr txBox="1"/>
          <p:nvPr>
            <p:custDataLst>
              <p:tags r:id="rId3"/>
            </p:custDataLst>
          </p:nvPr>
        </p:nvSpPr>
        <p:spPr>
          <a:xfrm>
            <a:off x="6789841" y="1757782"/>
            <a:ext cx="4208896" cy="504000"/>
          </a:xfrm>
          <a:prstGeom prst="rect">
            <a:avLst/>
          </a:prstGeom>
          <a:noFill/>
        </p:spPr>
        <p:txBody>
          <a:bodyPr wrap="square" lIns="0" tIns="0" rIns="0" bIns="0" rtlCol="0" anchor="ctr">
            <a:noAutofit/>
          </a:bodyPr>
          <a:p>
            <a:pPr>
              <a:lnSpc>
                <a:spcPct val="100000"/>
              </a:lnSpc>
            </a:pPr>
            <a:r>
              <a:rPr lang="zh-CN" altLang="en-US" sz="3200" b="1" spc="300" dirty="0">
                <a:solidFill>
                  <a:schemeClr val="tx1">
                    <a:lumMod val="85000"/>
                    <a:lumOff val="15000"/>
                  </a:schemeClr>
                </a:solidFill>
                <a:latin typeface="+mn-ea"/>
              </a:rPr>
              <a:t>什么是炭黑？</a:t>
            </a:r>
            <a:endParaRPr lang="zh-CN" altLang="en-US" sz="3200" b="1" spc="300" dirty="0">
              <a:solidFill>
                <a:schemeClr val="tx1">
                  <a:lumMod val="85000"/>
                  <a:lumOff val="15000"/>
                </a:schemeClr>
              </a:solidFill>
              <a:latin typeface="+mn-ea"/>
            </a:endParaRPr>
          </a:p>
        </p:txBody>
      </p:sp>
      <p:sp>
        <p:nvSpPr>
          <p:cNvPr id="37" name="序号"/>
          <p:cNvSpPr txBox="1"/>
          <p:nvPr>
            <p:custDataLst>
              <p:tags r:id="rId4"/>
            </p:custDataLst>
          </p:nvPr>
        </p:nvSpPr>
        <p:spPr>
          <a:xfrm>
            <a:off x="5719222" y="2913221"/>
            <a:ext cx="747844" cy="698310"/>
          </a:xfrm>
          <a:prstGeom prst="rect">
            <a:avLst/>
          </a:prstGeom>
          <a:noFill/>
        </p:spPr>
        <p:txBody>
          <a:bodyPr wrap="none" lIns="0" tIns="0" rIns="0" bIns="0" rtlCol="0" anchor="ctr" anchorCtr="0">
            <a:noAutofit/>
          </a:bodyPr>
          <a:p>
            <a:pPr algn="ctr">
              <a:lnSpc>
                <a:spcPct val="100000"/>
              </a:lnSpc>
            </a:pPr>
            <a:r>
              <a:rPr lang="en-US" sz="4400" b="1" dirty="0">
                <a:solidFill>
                  <a:schemeClr val="accent1"/>
                </a:solidFill>
                <a:latin typeface="+mn-ea"/>
              </a:rPr>
              <a:t>02</a:t>
            </a:r>
            <a:endParaRPr lang="en-US" sz="4400" b="1" dirty="0">
              <a:solidFill>
                <a:schemeClr val="accent1"/>
              </a:solidFill>
              <a:latin typeface="+mn-ea"/>
            </a:endParaRPr>
          </a:p>
        </p:txBody>
      </p:sp>
      <p:sp>
        <p:nvSpPr>
          <p:cNvPr id="38" name="项标题"/>
          <p:cNvSpPr txBox="1"/>
          <p:nvPr>
            <p:custDataLst>
              <p:tags r:id="rId5"/>
            </p:custDataLst>
          </p:nvPr>
        </p:nvSpPr>
        <p:spPr>
          <a:xfrm>
            <a:off x="6789841" y="3009741"/>
            <a:ext cx="4208896" cy="504000"/>
          </a:xfrm>
          <a:prstGeom prst="rect">
            <a:avLst/>
          </a:prstGeom>
          <a:noFill/>
        </p:spPr>
        <p:txBody>
          <a:bodyPr wrap="square" lIns="0" tIns="0" rIns="0" bIns="0" rtlCol="0" anchor="ctr">
            <a:noAutofit/>
          </a:bodyPr>
          <a:p>
            <a:pPr>
              <a:lnSpc>
                <a:spcPct val="100000"/>
              </a:lnSpc>
            </a:pPr>
            <a:r>
              <a:rPr lang="zh-CN" altLang="en-US" sz="3200" b="1" spc="300" dirty="0">
                <a:solidFill>
                  <a:schemeClr val="tx1">
                    <a:lumMod val="85000"/>
                    <a:lumOff val="15000"/>
                  </a:schemeClr>
                </a:solidFill>
                <a:latin typeface="+mn-ea"/>
              </a:rPr>
              <a:t>炭黑如何生产</a:t>
            </a:r>
            <a:endParaRPr lang="zh-CN" altLang="en-US" sz="3200" b="1" spc="300" dirty="0">
              <a:solidFill>
                <a:schemeClr val="tx1">
                  <a:lumMod val="85000"/>
                  <a:lumOff val="15000"/>
                </a:schemeClr>
              </a:solidFill>
              <a:latin typeface="+mn-ea"/>
            </a:endParaRPr>
          </a:p>
        </p:txBody>
      </p:sp>
      <p:sp>
        <p:nvSpPr>
          <p:cNvPr id="39" name="序号"/>
          <p:cNvSpPr txBox="1"/>
          <p:nvPr>
            <p:custDataLst>
              <p:tags r:id="rId6"/>
            </p:custDataLst>
          </p:nvPr>
        </p:nvSpPr>
        <p:spPr>
          <a:xfrm>
            <a:off x="5719857" y="4156290"/>
            <a:ext cx="747844" cy="698310"/>
          </a:xfrm>
          <a:prstGeom prst="rect">
            <a:avLst/>
          </a:prstGeom>
          <a:noFill/>
        </p:spPr>
        <p:txBody>
          <a:bodyPr wrap="none" lIns="0" tIns="0" rIns="0" bIns="0" rtlCol="0" anchor="ctr" anchorCtr="0">
            <a:noAutofit/>
          </a:bodyPr>
          <a:p>
            <a:pPr algn="ctr">
              <a:lnSpc>
                <a:spcPct val="100000"/>
              </a:lnSpc>
            </a:pPr>
            <a:r>
              <a:rPr lang="en-US" sz="4400" b="1" dirty="0">
                <a:solidFill>
                  <a:schemeClr val="accent1"/>
                </a:solidFill>
                <a:latin typeface="+mn-ea"/>
              </a:rPr>
              <a:t>03</a:t>
            </a:r>
            <a:endParaRPr lang="en-US" sz="4400" b="1" dirty="0">
              <a:solidFill>
                <a:schemeClr val="accent1"/>
              </a:solidFill>
              <a:latin typeface="+mn-ea"/>
            </a:endParaRPr>
          </a:p>
        </p:txBody>
      </p:sp>
      <p:sp>
        <p:nvSpPr>
          <p:cNvPr id="40" name="项标题"/>
          <p:cNvSpPr txBox="1"/>
          <p:nvPr>
            <p:custDataLst>
              <p:tags r:id="rId7"/>
            </p:custDataLst>
          </p:nvPr>
        </p:nvSpPr>
        <p:spPr>
          <a:xfrm>
            <a:off x="6789841" y="4253445"/>
            <a:ext cx="4208896" cy="504000"/>
          </a:xfrm>
          <a:prstGeom prst="rect">
            <a:avLst/>
          </a:prstGeom>
          <a:noFill/>
        </p:spPr>
        <p:txBody>
          <a:bodyPr wrap="square" lIns="0" tIns="0" rIns="0" bIns="0" rtlCol="0" anchor="ctr">
            <a:noAutofit/>
          </a:bodyPr>
          <a:p>
            <a:pPr>
              <a:lnSpc>
                <a:spcPct val="100000"/>
              </a:lnSpc>
            </a:pPr>
            <a:r>
              <a:rPr lang="zh-CN" altLang="en-US" sz="3200" b="1" spc="300" dirty="0">
                <a:solidFill>
                  <a:schemeClr val="tx1">
                    <a:lumMod val="85000"/>
                    <a:lumOff val="15000"/>
                  </a:schemeClr>
                </a:solidFill>
                <a:latin typeface="+mn-ea"/>
              </a:rPr>
              <a:t>炭黑的指标及意义</a:t>
            </a:r>
            <a:endParaRPr lang="zh-CN" altLang="en-US" sz="3200" b="1" spc="300" dirty="0">
              <a:solidFill>
                <a:schemeClr val="tx1">
                  <a:lumMod val="85000"/>
                  <a:lumOff val="15000"/>
                </a:schemeClr>
              </a:solidFill>
              <a:latin typeface="+mn-ea"/>
            </a:endParaRPr>
          </a:p>
        </p:txBody>
      </p:sp>
      <p:sp>
        <p:nvSpPr>
          <p:cNvPr id="33" name="标题"/>
          <p:cNvSpPr>
            <a:spLocks noGrp="1"/>
          </p:cNvSpPr>
          <p:nvPr>
            <p:custDataLst>
              <p:tags r:id="rId8"/>
            </p:custDataLst>
          </p:nvPr>
        </p:nvSpPr>
        <p:spPr>
          <a:xfrm>
            <a:off x="3491230" y="1447800"/>
            <a:ext cx="226060" cy="1646555"/>
          </a:xfrm>
          <a:custGeom>
            <a:avLst/>
            <a:gdLst/>
            <a:ahLst/>
            <a:cxnLst>
              <a:cxn ang="3">
                <a:pos x="hc" y="t"/>
              </a:cxn>
              <a:cxn ang="cd2">
                <a:pos x="l" y="vc"/>
              </a:cxn>
              <a:cxn ang="cd4">
                <a:pos x="hc" y="b"/>
              </a:cxn>
              <a:cxn ang="0">
                <a:pos x="r" y="vc"/>
              </a:cxn>
            </a:cxnLst>
            <a:rect l="l" t="t" r="r" b="b"/>
            <a:pathLst>
              <a:path w="356" h="2593">
                <a:moveTo>
                  <a:pt x="117" y="2314"/>
                </a:moveTo>
                <a:lnTo>
                  <a:pt x="124" y="2382"/>
                </a:lnTo>
                <a:cubicBezTo>
                  <a:pt x="102" y="2386"/>
                  <a:pt x="85" y="2394"/>
                  <a:pt x="75" y="2407"/>
                </a:cubicBezTo>
                <a:cubicBezTo>
                  <a:pt x="64" y="2419"/>
                  <a:pt x="59" y="2436"/>
                  <a:pt x="59" y="2457"/>
                </a:cubicBezTo>
                <a:cubicBezTo>
                  <a:pt x="59" y="2479"/>
                  <a:pt x="64" y="2496"/>
                  <a:pt x="73" y="2507"/>
                </a:cubicBezTo>
                <a:cubicBezTo>
                  <a:pt x="82" y="2518"/>
                  <a:pt x="93" y="2524"/>
                  <a:pt x="106" y="2524"/>
                </a:cubicBezTo>
                <a:cubicBezTo>
                  <a:pt x="114" y="2524"/>
                  <a:pt x="121" y="2522"/>
                  <a:pt x="127" y="2517"/>
                </a:cubicBezTo>
                <a:cubicBezTo>
                  <a:pt x="132" y="2512"/>
                  <a:pt x="137" y="2504"/>
                  <a:pt x="141" y="2492"/>
                </a:cubicBezTo>
                <a:cubicBezTo>
                  <a:pt x="144" y="2484"/>
                  <a:pt x="149" y="2465"/>
                  <a:pt x="156" y="2437"/>
                </a:cubicBezTo>
                <a:cubicBezTo>
                  <a:pt x="166" y="2400"/>
                  <a:pt x="177" y="2374"/>
                  <a:pt x="191" y="2359"/>
                </a:cubicBezTo>
                <a:cubicBezTo>
                  <a:pt x="209" y="2338"/>
                  <a:pt x="233" y="2327"/>
                  <a:pt x="260" y="2327"/>
                </a:cubicBezTo>
                <a:cubicBezTo>
                  <a:pt x="277" y="2327"/>
                  <a:pt x="294" y="2332"/>
                  <a:pt x="309" y="2342"/>
                </a:cubicBezTo>
                <a:cubicBezTo>
                  <a:pt x="324" y="2352"/>
                  <a:pt x="336" y="2366"/>
                  <a:pt x="344" y="2385"/>
                </a:cubicBezTo>
                <a:cubicBezTo>
                  <a:pt x="352" y="2403"/>
                  <a:pt x="356" y="2426"/>
                  <a:pt x="356" y="2452"/>
                </a:cubicBezTo>
                <a:cubicBezTo>
                  <a:pt x="356" y="2495"/>
                  <a:pt x="347" y="2527"/>
                  <a:pt x="328" y="2549"/>
                </a:cubicBezTo>
                <a:cubicBezTo>
                  <a:pt x="309" y="2571"/>
                  <a:pt x="284" y="2582"/>
                  <a:pt x="252" y="2583"/>
                </a:cubicBezTo>
                <a:lnTo>
                  <a:pt x="249" y="2514"/>
                </a:lnTo>
                <a:cubicBezTo>
                  <a:pt x="267" y="2511"/>
                  <a:pt x="280" y="2505"/>
                  <a:pt x="287" y="2495"/>
                </a:cubicBezTo>
                <a:cubicBezTo>
                  <a:pt x="295" y="2485"/>
                  <a:pt x="299" y="2471"/>
                  <a:pt x="299" y="2451"/>
                </a:cubicBezTo>
                <a:cubicBezTo>
                  <a:pt x="299" y="2431"/>
                  <a:pt x="295" y="2415"/>
                  <a:pt x="287" y="2404"/>
                </a:cubicBezTo>
                <a:cubicBezTo>
                  <a:pt x="281" y="2397"/>
                  <a:pt x="274" y="2393"/>
                  <a:pt x="265" y="2393"/>
                </a:cubicBezTo>
                <a:cubicBezTo>
                  <a:pt x="257" y="2393"/>
                  <a:pt x="250" y="2396"/>
                  <a:pt x="244" y="2403"/>
                </a:cubicBezTo>
                <a:cubicBezTo>
                  <a:pt x="237" y="2412"/>
                  <a:pt x="229" y="2433"/>
                  <a:pt x="221" y="2467"/>
                </a:cubicBezTo>
                <a:cubicBezTo>
                  <a:pt x="213" y="2500"/>
                  <a:pt x="205" y="2525"/>
                  <a:pt x="196" y="2541"/>
                </a:cubicBezTo>
                <a:cubicBezTo>
                  <a:pt x="188" y="2558"/>
                  <a:pt x="176" y="2570"/>
                  <a:pt x="161" y="2579"/>
                </a:cubicBezTo>
                <a:cubicBezTo>
                  <a:pt x="146" y="2588"/>
                  <a:pt x="128" y="2593"/>
                  <a:pt x="106" y="2593"/>
                </a:cubicBezTo>
                <a:cubicBezTo>
                  <a:pt x="87" y="2593"/>
                  <a:pt x="68" y="2588"/>
                  <a:pt x="51" y="2577"/>
                </a:cubicBezTo>
                <a:cubicBezTo>
                  <a:pt x="34" y="2566"/>
                  <a:pt x="21" y="2550"/>
                  <a:pt x="13" y="2530"/>
                </a:cubicBezTo>
                <a:cubicBezTo>
                  <a:pt x="4" y="2510"/>
                  <a:pt x="0" y="2485"/>
                  <a:pt x="0" y="2456"/>
                </a:cubicBezTo>
                <a:cubicBezTo>
                  <a:pt x="0" y="2412"/>
                  <a:pt x="10" y="2379"/>
                  <a:pt x="30" y="2356"/>
                </a:cubicBezTo>
                <a:cubicBezTo>
                  <a:pt x="50" y="2332"/>
                  <a:pt x="79" y="2319"/>
                  <a:pt x="117" y="2314"/>
                </a:cubicBezTo>
                <a:close/>
                <a:moveTo>
                  <a:pt x="175" y="0"/>
                </a:moveTo>
                <a:cubicBezTo>
                  <a:pt x="232" y="0"/>
                  <a:pt x="277" y="15"/>
                  <a:pt x="308" y="44"/>
                </a:cubicBezTo>
                <a:cubicBezTo>
                  <a:pt x="340" y="74"/>
                  <a:pt x="356" y="113"/>
                  <a:pt x="356" y="161"/>
                </a:cubicBezTo>
                <a:cubicBezTo>
                  <a:pt x="356" y="203"/>
                  <a:pt x="344" y="237"/>
                  <a:pt x="319" y="264"/>
                </a:cubicBezTo>
                <a:cubicBezTo>
                  <a:pt x="304" y="279"/>
                  <a:pt x="283" y="291"/>
                  <a:pt x="255" y="299"/>
                </a:cubicBezTo>
                <a:lnTo>
                  <a:pt x="239" y="230"/>
                </a:lnTo>
                <a:cubicBezTo>
                  <a:pt x="257" y="226"/>
                  <a:pt x="271" y="217"/>
                  <a:pt x="281" y="204"/>
                </a:cubicBezTo>
                <a:cubicBezTo>
                  <a:pt x="292" y="191"/>
                  <a:pt x="297" y="176"/>
                  <a:pt x="297" y="157"/>
                </a:cubicBezTo>
                <a:cubicBezTo>
                  <a:pt x="297" y="132"/>
                  <a:pt x="288" y="111"/>
                  <a:pt x="269" y="95"/>
                </a:cubicBezTo>
                <a:cubicBezTo>
                  <a:pt x="251" y="79"/>
                  <a:pt x="221" y="71"/>
                  <a:pt x="180" y="71"/>
                </a:cubicBezTo>
                <a:cubicBezTo>
                  <a:pt x="136" y="71"/>
                  <a:pt x="105" y="79"/>
                  <a:pt x="87" y="95"/>
                </a:cubicBezTo>
                <a:cubicBezTo>
                  <a:pt x="68" y="110"/>
                  <a:pt x="59" y="131"/>
                  <a:pt x="59" y="156"/>
                </a:cubicBezTo>
                <a:cubicBezTo>
                  <a:pt x="59" y="175"/>
                  <a:pt x="65" y="191"/>
                  <a:pt x="77" y="204"/>
                </a:cubicBezTo>
                <a:cubicBezTo>
                  <a:pt x="88" y="218"/>
                  <a:pt x="107" y="227"/>
                  <a:pt x="132" y="233"/>
                </a:cubicBezTo>
                <a:lnTo>
                  <a:pt x="111" y="300"/>
                </a:lnTo>
                <a:cubicBezTo>
                  <a:pt x="73" y="290"/>
                  <a:pt x="46" y="272"/>
                  <a:pt x="27" y="248"/>
                </a:cubicBezTo>
                <a:cubicBezTo>
                  <a:pt x="9" y="224"/>
                  <a:pt x="0" y="194"/>
                  <a:pt x="0" y="157"/>
                </a:cubicBezTo>
                <a:cubicBezTo>
                  <a:pt x="0" y="111"/>
                  <a:pt x="16" y="74"/>
                  <a:pt x="47" y="44"/>
                </a:cubicBezTo>
                <a:cubicBezTo>
                  <a:pt x="78" y="15"/>
                  <a:pt x="121" y="0"/>
                  <a:pt x="175" y="0"/>
                </a:cubicBezTo>
                <a:close/>
                <a:moveTo>
                  <a:pt x="178" y="416"/>
                </a:moveTo>
                <a:cubicBezTo>
                  <a:pt x="139" y="416"/>
                  <a:pt x="109" y="425"/>
                  <a:pt x="89" y="443"/>
                </a:cubicBezTo>
                <a:cubicBezTo>
                  <a:pt x="69" y="461"/>
                  <a:pt x="59" y="484"/>
                  <a:pt x="59" y="512"/>
                </a:cubicBezTo>
                <a:cubicBezTo>
                  <a:pt x="59" y="540"/>
                  <a:pt x="69" y="562"/>
                  <a:pt x="89" y="580"/>
                </a:cubicBezTo>
                <a:cubicBezTo>
                  <a:pt x="109" y="598"/>
                  <a:pt x="139" y="607"/>
                  <a:pt x="179" y="607"/>
                </a:cubicBezTo>
                <a:cubicBezTo>
                  <a:pt x="219" y="607"/>
                  <a:pt x="248" y="598"/>
                  <a:pt x="268" y="581"/>
                </a:cubicBezTo>
                <a:cubicBezTo>
                  <a:pt x="287" y="564"/>
                  <a:pt x="297" y="541"/>
                  <a:pt x="297" y="512"/>
                </a:cubicBezTo>
                <a:cubicBezTo>
                  <a:pt x="297" y="483"/>
                  <a:pt x="287" y="460"/>
                  <a:pt x="267" y="442"/>
                </a:cubicBezTo>
                <a:cubicBezTo>
                  <a:pt x="248" y="425"/>
                  <a:pt x="218" y="416"/>
                  <a:pt x="178" y="416"/>
                </a:cubicBezTo>
                <a:close/>
                <a:moveTo>
                  <a:pt x="176" y="345"/>
                </a:moveTo>
                <a:cubicBezTo>
                  <a:pt x="211" y="345"/>
                  <a:pt x="240" y="350"/>
                  <a:pt x="264" y="361"/>
                </a:cubicBezTo>
                <a:cubicBezTo>
                  <a:pt x="282" y="369"/>
                  <a:pt x="297" y="379"/>
                  <a:pt x="311" y="393"/>
                </a:cubicBezTo>
                <a:cubicBezTo>
                  <a:pt x="325" y="406"/>
                  <a:pt x="336" y="421"/>
                  <a:pt x="342" y="437"/>
                </a:cubicBezTo>
                <a:cubicBezTo>
                  <a:pt x="351" y="458"/>
                  <a:pt x="356" y="483"/>
                  <a:pt x="356" y="511"/>
                </a:cubicBezTo>
                <a:cubicBezTo>
                  <a:pt x="356" y="562"/>
                  <a:pt x="340" y="602"/>
                  <a:pt x="309" y="632"/>
                </a:cubicBezTo>
                <a:cubicBezTo>
                  <a:pt x="277" y="663"/>
                  <a:pt x="234" y="678"/>
                  <a:pt x="178" y="678"/>
                </a:cubicBezTo>
                <a:cubicBezTo>
                  <a:pt x="122" y="678"/>
                  <a:pt x="78" y="663"/>
                  <a:pt x="47" y="633"/>
                </a:cubicBezTo>
                <a:cubicBezTo>
                  <a:pt x="16" y="603"/>
                  <a:pt x="0" y="562"/>
                  <a:pt x="0" y="512"/>
                </a:cubicBezTo>
                <a:cubicBezTo>
                  <a:pt x="0" y="461"/>
                  <a:pt x="16" y="420"/>
                  <a:pt x="47" y="390"/>
                </a:cubicBezTo>
                <a:cubicBezTo>
                  <a:pt x="78" y="360"/>
                  <a:pt x="121" y="345"/>
                  <a:pt x="176" y="345"/>
                </a:cubicBezTo>
                <a:close/>
                <a:moveTo>
                  <a:pt x="6" y="732"/>
                </a:moveTo>
                <a:lnTo>
                  <a:pt x="350" y="732"/>
                </a:lnTo>
                <a:lnTo>
                  <a:pt x="350" y="799"/>
                </a:lnTo>
                <a:lnTo>
                  <a:pt x="118" y="942"/>
                </a:lnTo>
                <a:lnTo>
                  <a:pt x="350" y="942"/>
                </a:lnTo>
                <a:lnTo>
                  <a:pt x="350" y="1006"/>
                </a:lnTo>
                <a:lnTo>
                  <a:pt x="6" y="1006"/>
                </a:lnTo>
                <a:lnTo>
                  <a:pt x="6" y="937"/>
                </a:lnTo>
                <a:lnTo>
                  <a:pt x="235" y="796"/>
                </a:lnTo>
                <a:lnTo>
                  <a:pt x="6" y="796"/>
                </a:lnTo>
                <a:lnTo>
                  <a:pt x="6" y="732"/>
                </a:lnTo>
                <a:close/>
                <a:moveTo>
                  <a:pt x="292" y="1055"/>
                </a:moveTo>
                <a:lnTo>
                  <a:pt x="350" y="1055"/>
                </a:lnTo>
                <a:lnTo>
                  <a:pt x="350" y="1326"/>
                </a:lnTo>
                <a:lnTo>
                  <a:pt x="292" y="1326"/>
                </a:lnTo>
                <a:lnTo>
                  <a:pt x="292" y="1225"/>
                </a:lnTo>
                <a:lnTo>
                  <a:pt x="6" y="1225"/>
                </a:lnTo>
                <a:lnTo>
                  <a:pt x="6" y="1156"/>
                </a:lnTo>
                <a:lnTo>
                  <a:pt x="292" y="1156"/>
                </a:lnTo>
                <a:lnTo>
                  <a:pt x="292" y="1055"/>
                </a:lnTo>
                <a:close/>
                <a:moveTo>
                  <a:pt x="6" y="1372"/>
                </a:moveTo>
                <a:lnTo>
                  <a:pt x="350" y="1372"/>
                </a:lnTo>
                <a:lnTo>
                  <a:pt x="350" y="1626"/>
                </a:lnTo>
                <a:lnTo>
                  <a:pt x="292" y="1626"/>
                </a:lnTo>
                <a:lnTo>
                  <a:pt x="292" y="1441"/>
                </a:lnTo>
                <a:lnTo>
                  <a:pt x="216" y="1441"/>
                </a:lnTo>
                <a:lnTo>
                  <a:pt x="216" y="1613"/>
                </a:lnTo>
                <a:lnTo>
                  <a:pt x="158" y="1613"/>
                </a:lnTo>
                <a:lnTo>
                  <a:pt x="158" y="1441"/>
                </a:lnTo>
                <a:lnTo>
                  <a:pt x="64" y="1441"/>
                </a:lnTo>
                <a:lnTo>
                  <a:pt x="64" y="1633"/>
                </a:lnTo>
                <a:lnTo>
                  <a:pt x="6" y="1633"/>
                </a:lnTo>
                <a:lnTo>
                  <a:pt x="6" y="1372"/>
                </a:lnTo>
                <a:close/>
                <a:moveTo>
                  <a:pt x="6" y="1692"/>
                </a:moveTo>
                <a:lnTo>
                  <a:pt x="350" y="1692"/>
                </a:lnTo>
                <a:lnTo>
                  <a:pt x="350" y="1759"/>
                </a:lnTo>
                <a:lnTo>
                  <a:pt x="118" y="1902"/>
                </a:lnTo>
                <a:lnTo>
                  <a:pt x="350" y="1902"/>
                </a:lnTo>
                <a:lnTo>
                  <a:pt x="350" y="1966"/>
                </a:lnTo>
                <a:lnTo>
                  <a:pt x="6" y="1966"/>
                </a:lnTo>
                <a:lnTo>
                  <a:pt x="6" y="1897"/>
                </a:lnTo>
                <a:lnTo>
                  <a:pt x="235" y="1756"/>
                </a:lnTo>
                <a:lnTo>
                  <a:pt x="6" y="1756"/>
                </a:lnTo>
                <a:lnTo>
                  <a:pt x="6" y="1692"/>
                </a:lnTo>
                <a:close/>
                <a:moveTo>
                  <a:pt x="292" y="2015"/>
                </a:moveTo>
                <a:lnTo>
                  <a:pt x="350" y="2015"/>
                </a:lnTo>
                <a:lnTo>
                  <a:pt x="350" y="2286"/>
                </a:lnTo>
                <a:lnTo>
                  <a:pt x="292" y="2286"/>
                </a:lnTo>
                <a:lnTo>
                  <a:pt x="292" y="2185"/>
                </a:lnTo>
                <a:lnTo>
                  <a:pt x="6" y="2185"/>
                </a:lnTo>
                <a:lnTo>
                  <a:pt x="6" y="2116"/>
                </a:lnTo>
                <a:lnTo>
                  <a:pt x="292" y="2116"/>
                </a:lnTo>
                <a:lnTo>
                  <a:pt x="292" y="2015"/>
                </a:lnTo>
                <a:close/>
              </a:path>
            </a:pathLst>
          </a:custGeom>
          <a:solidFill>
            <a:schemeClr val="accent1"/>
          </a:solidFill>
          <a:ln>
            <a:noFill/>
          </a:ln>
          <a:effectLst/>
        </p:spPr>
        <p:txBody>
          <a:bodyPr vert="eaVert" wrap="square" lIns="90000" tIns="46800" rIns="90000" bIns="46800" rtlCol="0" anchor="b">
            <a:noAutofit/>
          </a:bodyPr>
          <a:lstStyle>
            <a:lvl1pPr algn="ctr" defTabSz="914400" rtl="0" eaLnBrk="1" latinLnBrk="0" hangingPunct="1">
              <a:lnSpc>
                <a:spcPct val="100000"/>
              </a:lnSpc>
              <a:spcBef>
                <a:spcPct val="0"/>
              </a:spcBef>
              <a:buNone/>
              <a:defRPr sz="6600" b="1" kern="1200">
                <a:ln>
                  <a:solidFill>
                    <a:srgbClr val="FFFFFF">
                      <a:alpha val="80000"/>
                    </a:srgbClr>
                  </a:solidFill>
                </a:ln>
                <a:noFill/>
                <a:latin typeface="+mj-lt"/>
                <a:ea typeface="+mj-ea"/>
                <a:cs typeface="+mj-cs"/>
              </a:defRPr>
            </a:lvl1pPr>
          </a:lstStyle>
          <a:p>
            <a:pPr algn="l"/>
            <a:endParaRPr lang="en-US" altLang="zh-CN" sz="2400" dirty="0">
              <a:ln>
                <a:noFill/>
              </a:ln>
              <a:solidFill>
                <a:schemeClr val="accent1"/>
              </a:solidFill>
            </a:endParaRPr>
          </a:p>
        </p:txBody>
      </p:sp>
    </p:spTree>
    <p:custDataLst>
      <p:tags r:id="rId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什么是炭黑？</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a:t>
            </a:r>
            <a:r>
              <a:rPr lang="zh-CN" altLang="en-US"/>
              <a:t>01</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custDataLst>
              <p:tags r:id="rId1"/>
            </p:custDataLst>
          </p:nvPr>
        </p:nvSpPr>
        <p:spPr>
          <a:xfrm>
            <a:off x="695960" y="1417320"/>
            <a:ext cx="10799445" cy="1170305"/>
          </a:xfrm>
          <a:prstGeom prst="rect">
            <a:avLst/>
          </a:prstGeom>
          <a:noFill/>
        </p:spPr>
        <p:txBody>
          <a:bodyPr wrap="square" rtlCol="0">
            <a:noAutofit/>
          </a:bodyPr>
          <a:lstStyle/>
          <a:p>
            <a:pPr indent="0" fontAlgn="auto">
              <a:lnSpc>
                <a:spcPct val="150000"/>
              </a:lnSpc>
            </a:pPr>
            <a:r>
              <a:rPr lang="zh-CN" altLang="en-US">
                <a:solidFill>
                  <a:schemeClr val="tx1">
                    <a:lumMod val="85000"/>
                    <a:lumOff val="15000"/>
                  </a:schemeClr>
                </a:solidFill>
                <a:latin typeface="+mn-ea"/>
                <a:cs typeface="+mn-ea"/>
                <a:sym typeface="+mn-ea"/>
              </a:rPr>
              <a:t>由</a:t>
            </a:r>
            <a:r>
              <a:rPr lang="zh-CN" altLang="en-US">
                <a:solidFill>
                  <a:srgbClr val="FF0000"/>
                </a:solidFill>
                <a:latin typeface="+mn-ea"/>
                <a:cs typeface="+mn-ea"/>
                <a:sym typeface="+mn-ea"/>
              </a:rPr>
              <a:t>许多烃类物质（固态、液态或气态）</a:t>
            </a:r>
            <a:r>
              <a:rPr lang="zh-CN" altLang="en-US">
                <a:solidFill>
                  <a:srgbClr val="00B050"/>
                </a:solidFill>
                <a:latin typeface="+mn-ea"/>
                <a:cs typeface="+mn-ea"/>
                <a:sym typeface="+mn-ea"/>
              </a:rPr>
              <a:t>经不完全燃烧或裂解</a:t>
            </a:r>
            <a:r>
              <a:rPr lang="zh-CN" altLang="en-US">
                <a:solidFill>
                  <a:schemeClr val="tx1">
                    <a:lumMod val="85000"/>
                    <a:lumOff val="15000"/>
                  </a:schemeClr>
                </a:solidFill>
                <a:latin typeface="+mn-ea"/>
                <a:cs typeface="+mn-ea"/>
                <a:sym typeface="+mn-ea"/>
              </a:rPr>
              <a:t>生成的具有高度分散性的</a:t>
            </a:r>
            <a:r>
              <a:rPr lang="zh-CN" altLang="en-US">
                <a:solidFill>
                  <a:srgbClr val="0070C0"/>
                </a:solidFill>
                <a:latin typeface="+mn-ea"/>
                <a:cs typeface="+mn-ea"/>
                <a:sym typeface="+mn-ea"/>
              </a:rPr>
              <a:t>黑色粉末</a:t>
            </a:r>
            <a:r>
              <a:rPr lang="zh-CN" altLang="en-US">
                <a:solidFill>
                  <a:schemeClr val="tx1">
                    <a:lumMod val="85000"/>
                    <a:lumOff val="15000"/>
                  </a:schemeClr>
                </a:solidFill>
                <a:latin typeface="+mn-ea"/>
                <a:cs typeface="+mn-ea"/>
                <a:sym typeface="+mn-ea"/>
              </a:rPr>
              <a:t>物质，主要由碳元素组成，是</a:t>
            </a:r>
            <a:r>
              <a:rPr lang="zh-CN" altLang="en-US">
                <a:solidFill>
                  <a:srgbClr val="7030A0"/>
                </a:solidFill>
                <a:latin typeface="+mn-ea"/>
                <a:cs typeface="+mn-ea"/>
                <a:sym typeface="+mn-ea"/>
              </a:rPr>
              <a:t>近乎球形的胶体粒子，而这些粒子大都熔结成形状不规则的聚集体</a:t>
            </a:r>
            <a:endParaRPr lang="zh-CN" altLang="en-US">
              <a:solidFill>
                <a:srgbClr val="7030A0"/>
              </a:solidFill>
              <a:latin typeface="+mn-ea"/>
              <a:cs typeface="+mn-ea"/>
              <a:sym typeface="+mn-ea"/>
            </a:endParaRPr>
          </a:p>
        </p:txBody>
      </p:sp>
      <p:sp>
        <p:nvSpPr>
          <p:cNvPr id="3" name="圆角矩形 21"/>
          <p:cNvSpPr/>
          <p:nvPr>
            <p:custDataLst>
              <p:tags r:id="rId2"/>
            </p:custDataLst>
          </p:nvPr>
        </p:nvSpPr>
        <p:spPr>
          <a:xfrm>
            <a:off x="1089660" y="2846705"/>
            <a:ext cx="4872355" cy="1435100"/>
          </a:xfrm>
          <a:prstGeom prst="roundRect">
            <a:avLst>
              <a:gd name="adj" fmla="val 10263"/>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latin typeface="+mj-ea"/>
              <a:ea typeface="+mj-ea"/>
            </a:endParaRPr>
          </a:p>
        </p:txBody>
      </p:sp>
      <p:sp>
        <p:nvSpPr>
          <p:cNvPr id="15" name="椭圆 14"/>
          <p:cNvSpPr/>
          <p:nvPr>
            <p:custDataLst>
              <p:tags r:id="rId3"/>
            </p:custDataLst>
          </p:nvPr>
        </p:nvSpPr>
        <p:spPr>
          <a:xfrm>
            <a:off x="694055" y="3159305"/>
            <a:ext cx="792000" cy="7920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altLang="zh-CN" sz="2000" b="1" dirty="0">
                <a:solidFill>
                  <a:srgbClr val="FFFFFF"/>
                </a:solidFill>
                <a:latin typeface="+mn-ea"/>
                <a:cs typeface="+mn-ea"/>
              </a:rPr>
              <a:t>01</a:t>
            </a:r>
            <a:endParaRPr lang="en-US" altLang="zh-CN" sz="2000" b="1" dirty="0">
              <a:solidFill>
                <a:srgbClr val="FFFFFF"/>
              </a:solidFill>
              <a:latin typeface="+mn-ea"/>
              <a:cs typeface="+mn-ea"/>
            </a:endParaRPr>
          </a:p>
        </p:txBody>
      </p:sp>
      <p:sp>
        <p:nvSpPr>
          <p:cNvPr id="16" name="矩形 15"/>
          <p:cNvSpPr/>
          <p:nvPr>
            <p:custDataLst>
              <p:tags r:id="rId4"/>
            </p:custDataLst>
          </p:nvPr>
        </p:nvSpPr>
        <p:spPr>
          <a:xfrm>
            <a:off x="1754854" y="3381988"/>
            <a:ext cx="3998964" cy="720000"/>
          </a:xfrm>
          <a:prstGeom prst="rect">
            <a:avLst/>
          </a:prstGeom>
          <a:noFill/>
        </p:spPr>
        <p:txBody>
          <a:bodyPr wrap="square" lIns="0" tIns="0" rIns="0" bIns="0" rtlCol="0" anchor="t" anchorCtr="0">
            <a:noAutofit/>
          </a:bodyPr>
          <a:lstStyle/>
          <a:p>
            <a:pPr lvl="0" algn="l">
              <a:lnSpc>
                <a:spcPct val="150000"/>
              </a:lnSpc>
              <a:buClrTx/>
              <a:buSzTx/>
              <a:buFontTx/>
            </a:pPr>
            <a:r>
              <a:rPr lang="zh-CN" altLang="en-US" sz="1600" dirty="0">
                <a:solidFill>
                  <a:schemeClr val="tx1">
                    <a:lumMod val="85000"/>
                    <a:lumOff val="15000"/>
                  </a:schemeClr>
                </a:solidFill>
                <a:latin typeface="+mn-ea"/>
                <a:cs typeface="+mn-ea"/>
                <a:sym typeface="+mn-ea"/>
              </a:rPr>
              <a:t>固态、液态或气态的烃类物质（乙烯焦油、蒽油、煤焦油、天然气）</a:t>
            </a:r>
            <a:endParaRPr lang="zh-CN" altLang="en-US" sz="1600" dirty="0">
              <a:solidFill>
                <a:schemeClr val="tx1">
                  <a:lumMod val="85000"/>
                  <a:lumOff val="15000"/>
                </a:schemeClr>
              </a:solidFill>
              <a:latin typeface="+mn-ea"/>
              <a:cs typeface="+mn-ea"/>
              <a:sym typeface="+mn-ea"/>
            </a:endParaRPr>
          </a:p>
        </p:txBody>
      </p:sp>
      <p:sp>
        <p:nvSpPr>
          <p:cNvPr id="17" name="矩形 16"/>
          <p:cNvSpPr/>
          <p:nvPr>
            <p:custDataLst>
              <p:tags r:id="rId5"/>
            </p:custDataLst>
          </p:nvPr>
        </p:nvSpPr>
        <p:spPr>
          <a:xfrm>
            <a:off x="1755140" y="3027045"/>
            <a:ext cx="3999230" cy="354965"/>
          </a:xfrm>
          <a:prstGeom prst="rect">
            <a:avLst/>
          </a:prstGeom>
          <a:noFill/>
        </p:spPr>
        <p:txBody>
          <a:bodyPr wrap="square" lIns="0" tIns="0" rIns="0" bIns="0" rtlCol="0" anchor="b">
            <a:noAutofit/>
          </a:bodyPr>
          <a:lstStyle/>
          <a:p>
            <a:pPr lvl="0" algn="l">
              <a:buClrTx/>
              <a:buSzTx/>
              <a:buFontTx/>
            </a:pPr>
            <a:r>
              <a:rPr lang="zh-CN" altLang="en-US" sz="2000" b="1" dirty="0">
                <a:latin typeface="+mn-ea"/>
                <a:cs typeface="+mn-ea"/>
                <a:sym typeface="+mn-ea"/>
              </a:rPr>
              <a:t>生产原料</a:t>
            </a:r>
            <a:endParaRPr lang="zh-CN" altLang="en-US" sz="2000" b="1" dirty="0">
              <a:latin typeface="+mn-ea"/>
              <a:cs typeface="+mn-ea"/>
              <a:sym typeface="+mn-ea"/>
            </a:endParaRPr>
          </a:p>
        </p:txBody>
      </p:sp>
      <p:sp>
        <p:nvSpPr>
          <p:cNvPr id="4" name="圆角矩形 21"/>
          <p:cNvSpPr/>
          <p:nvPr>
            <p:custDataLst>
              <p:tags r:id="rId6"/>
            </p:custDataLst>
          </p:nvPr>
        </p:nvSpPr>
        <p:spPr>
          <a:xfrm>
            <a:off x="6623050" y="2849245"/>
            <a:ext cx="4872355" cy="1432560"/>
          </a:xfrm>
          <a:prstGeom prst="roundRect">
            <a:avLst>
              <a:gd name="adj" fmla="val 10263"/>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latin typeface="+mj-ea"/>
              <a:ea typeface="+mj-ea"/>
            </a:endParaRPr>
          </a:p>
        </p:txBody>
      </p:sp>
      <p:sp>
        <p:nvSpPr>
          <p:cNvPr id="18" name="椭圆 17"/>
          <p:cNvSpPr/>
          <p:nvPr>
            <p:custDataLst>
              <p:tags r:id="rId7"/>
            </p:custDataLst>
          </p:nvPr>
        </p:nvSpPr>
        <p:spPr>
          <a:xfrm>
            <a:off x="6227649" y="3172690"/>
            <a:ext cx="792000" cy="7920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altLang="zh-CN" sz="2000" b="1">
                <a:solidFill>
                  <a:srgbClr val="FFFFFF"/>
                </a:solidFill>
                <a:latin typeface="+mn-ea"/>
                <a:cs typeface="+mn-ea"/>
              </a:rPr>
              <a:t>02</a:t>
            </a:r>
            <a:endParaRPr lang="en-US" altLang="zh-CN" sz="2000" b="1">
              <a:solidFill>
                <a:srgbClr val="FFFFFF"/>
              </a:solidFill>
              <a:latin typeface="+mn-ea"/>
              <a:cs typeface="+mn-ea"/>
            </a:endParaRPr>
          </a:p>
        </p:txBody>
      </p:sp>
      <p:sp>
        <p:nvSpPr>
          <p:cNvPr id="19" name="矩形 18"/>
          <p:cNvSpPr/>
          <p:nvPr>
            <p:custDataLst>
              <p:tags r:id="rId8"/>
            </p:custDataLst>
          </p:nvPr>
        </p:nvSpPr>
        <p:spPr>
          <a:xfrm>
            <a:off x="7288530" y="3384550"/>
            <a:ext cx="3999230" cy="720725"/>
          </a:xfrm>
          <a:prstGeom prst="rect">
            <a:avLst/>
          </a:prstGeom>
          <a:noFill/>
        </p:spPr>
        <p:txBody>
          <a:bodyPr wrap="square" lIns="0" tIns="0" rIns="0" bIns="0" rtlCol="0" anchor="t" anchorCtr="0">
            <a:noAutofit/>
          </a:bodyPr>
          <a:lstStyle/>
          <a:p>
            <a:pPr lvl="0" algn="l">
              <a:lnSpc>
                <a:spcPct val="150000"/>
              </a:lnSpc>
              <a:buClrTx/>
              <a:buSzTx/>
              <a:buFontTx/>
            </a:pPr>
            <a:r>
              <a:rPr lang="zh-CN" altLang="en-US" sz="1600" dirty="0">
                <a:solidFill>
                  <a:schemeClr val="tx1">
                    <a:lumMod val="85000"/>
                    <a:lumOff val="15000"/>
                  </a:schemeClr>
                </a:solidFill>
                <a:latin typeface="+mn-ea"/>
                <a:cs typeface="+mn-ea"/>
                <a:sym typeface="+mn-ea"/>
              </a:rPr>
              <a:t>不完全燃烧或热裂解（槽法、反应炉法、辊筒法、热烈解法等）</a:t>
            </a:r>
            <a:endParaRPr lang="zh-CN" altLang="en-US" sz="1600" dirty="0">
              <a:solidFill>
                <a:schemeClr val="tx1">
                  <a:lumMod val="85000"/>
                  <a:lumOff val="15000"/>
                </a:schemeClr>
              </a:solidFill>
              <a:latin typeface="+mn-ea"/>
              <a:cs typeface="+mn-ea"/>
              <a:sym typeface="+mn-ea"/>
            </a:endParaRPr>
          </a:p>
        </p:txBody>
      </p:sp>
      <p:sp>
        <p:nvSpPr>
          <p:cNvPr id="20" name="矩形 19"/>
          <p:cNvSpPr/>
          <p:nvPr>
            <p:custDataLst>
              <p:tags r:id="rId9"/>
            </p:custDataLst>
          </p:nvPr>
        </p:nvSpPr>
        <p:spPr>
          <a:xfrm>
            <a:off x="7286625" y="3028950"/>
            <a:ext cx="3999230" cy="354965"/>
          </a:xfrm>
          <a:prstGeom prst="rect">
            <a:avLst/>
          </a:prstGeom>
          <a:noFill/>
        </p:spPr>
        <p:txBody>
          <a:bodyPr wrap="square" lIns="0" tIns="0" rIns="0" bIns="0" rtlCol="0" anchor="b">
            <a:noAutofit/>
          </a:bodyPr>
          <a:lstStyle/>
          <a:p>
            <a:pPr lvl="0" algn="l">
              <a:buClrTx/>
              <a:buSzTx/>
              <a:buFontTx/>
            </a:pPr>
            <a:r>
              <a:rPr lang="zh-CN" altLang="en-US" sz="2000" b="1" dirty="0">
                <a:latin typeface="+mn-ea"/>
                <a:cs typeface="+mn-ea"/>
                <a:sym typeface="+mn-ea"/>
              </a:rPr>
              <a:t>制造方法</a:t>
            </a:r>
            <a:endParaRPr lang="zh-CN" altLang="en-US" sz="2000" b="1" dirty="0">
              <a:latin typeface="+mn-ea"/>
              <a:cs typeface="+mn-ea"/>
              <a:sym typeface="+mn-ea"/>
            </a:endParaRPr>
          </a:p>
        </p:txBody>
      </p:sp>
      <p:sp>
        <p:nvSpPr>
          <p:cNvPr id="5" name="圆角矩形 21"/>
          <p:cNvSpPr/>
          <p:nvPr>
            <p:custDataLst>
              <p:tags r:id="rId10"/>
            </p:custDataLst>
          </p:nvPr>
        </p:nvSpPr>
        <p:spPr>
          <a:xfrm>
            <a:off x="1089660" y="4582160"/>
            <a:ext cx="4872355" cy="1432560"/>
          </a:xfrm>
          <a:prstGeom prst="roundRect">
            <a:avLst>
              <a:gd name="adj" fmla="val 10263"/>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latin typeface="+mj-ea"/>
              <a:ea typeface="+mj-ea"/>
            </a:endParaRPr>
          </a:p>
        </p:txBody>
      </p:sp>
      <p:sp>
        <p:nvSpPr>
          <p:cNvPr id="21" name="椭圆 20"/>
          <p:cNvSpPr/>
          <p:nvPr>
            <p:custDataLst>
              <p:tags r:id="rId11"/>
            </p:custDataLst>
          </p:nvPr>
        </p:nvSpPr>
        <p:spPr>
          <a:xfrm>
            <a:off x="694055" y="4893754"/>
            <a:ext cx="792000" cy="7920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altLang="zh-CN" sz="2000" b="1">
                <a:solidFill>
                  <a:srgbClr val="FFFFFF"/>
                </a:solidFill>
                <a:latin typeface="+mn-ea"/>
                <a:cs typeface="+mn-ea"/>
              </a:rPr>
              <a:t>03</a:t>
            </a:r>
            <a:endParaRPr lang="en-US" altLang="zh-CN" sz="2000" b="1">
              <a:solidFill>
                <a:srgbClr val="FFFFFF"/>
              </a:solidFill>
              <a:latin typeface="+mn-ea"/>
              <a:cs typeface="+mn-ea"/>
            </a:endParaRPr>
          </a:p>
        </p:txBody>
      </p:sp>
      <p:sp>
        <p:nvSpPr>
          <p:cNvPr id="7" name="矩形 6"/>
          <p:cNvSpPr/>
          <p:nvPr>
            <p:custDataLst>
              <p:tags r:id="rId12"/>
            </p:custDataLst>
          </p:nvPr>
        </p:nvSpPr>
        <p:spPr>
          <a:xfrm>
            <a:off x="1754854" y="5109082"/>
            <a:ext cx="3998964" cy="720000"/>
          </a:xfrm>
          <a:prstGeom prst="rect">
            <a:avLst/>
          </a:prstGeom>
          <a:noFill/>
        </p:spPr>
        <p:txBody>
          <a:bodyPr wrap="square" lIns="0" tIns="0" rIns="0" bIns="0" rtlCol="0" anchor="t" anchorCtr="0">
            <a:noAutofit/>
          </a:bodyPr>
          <a:lstStyle/>
          <a:p>
            <a:pPr lvl="0" algn="l">
              <a:lnSpc>
                <a:spcPct val="150000"/>
              </a:lnSpc>
              <a:buClrTx/>
              <a:buSzTx/>
              <a:buFontTx/>
            </a:pPr>
            <a:r>
              <a:rPr lang="zh-CN" altLang="en-US" sz="1600" dirty="0">
                <a:solidFill>
                  <a:schemeClr val="tx1">
                    <a:lumMod val="85000"/>
                    <a:lumOff val="15000"/>
                  </a:schemeClr>
                </a:solidFill>
                <a:latin typeface="+mn-ea"/>
                <a:cs typeface="+mn-ea"/>
                <a:sym typeface="+mn-ea"/>
              </a:rPr>
              <a:t>黑色粉末</a:t>
            </a:r>
            <a:endParaRPr lang="zh-CN" altLang="en-US" sz="1600" dirty="0">
              <a:solidFill>
                <a:schemeClr val="tx1">
                  <a:lumMod val="85000"/>
                  <a:lumOff val="15000"/>
                </a:schemeClr>
              </a:solidFill>
              <a:latin typeface="+mn-ea"/>
              <a:cs typeface="+mn-ea"/>
              <a:sym typeface="+mn-ea"/>
            </a:endParaRPr>
          </a:p>
        </p:txBody>
      </p:sp>
      <p:sp>
        <p:nvSpPr>
          <p:cNvPr id="10" name="矩形 9"/>
          <p:cNvSpPr/>
          <p:nvPr>
            <p:custDataLst>
              <p:tags r:id="rId13"/>
            </p:custDataLst>
          </p:nvPr>
        </p:nvSpPr>
        <p:spPr>
          <a:xfrm>
            <a:off x="1755140" y="4754245"/>
            <a:ext cx="3999230" cy="354965"/>
          </a:xfrm>
          <a:prstGeom prst="rect">
            <a:avLst/>
          </a:prstGeom>
          <a:noFill/>
        </p:spPr>
        <p:txBody>
          <a:bodyPr wrap="square" lIns="0" tIns="0" rIns="0" bIns="0" rtlCol="0" anchor="b">
            <a:noAutofit/>
          </a:bodyPr>
          <a:lstStyle/>
          <a:p>
            <a:pPr lvl="0" algn="l">
              <a:buClrTx/>
              <a:buSzTx/>
              <a:buFontTx/>
            </a:pPr>
            <a:r>
              <a:rPr lang="zh-CN" altLang="en-US" sz="2000" b="1" dirty="0">
                <a:latin typeface="+mn-ea"/>
                <a:cs typeface="+mn-ea"/>
                <a:sym typeface="+mn-ea"/>
              </a:rPr>
              <a:t>宏观形态</a:t>
            </a:r>
            <a:endParaRPr lang="zh-CN" altLang="en-US" sz="2000" b="1" dirty="0">
              <a:latin typeface="+mn-ea"/>
              <a:cs typeface="+mn-ea"/>
              <a:sym typeface="+mn-ea"/>
            </a:endParaRPr>
          </a:p>
        </p:txBody>
      </p:sp>
      <p:sp>
        <p:nvSpPr>
          <p:cNvPr id="11" name="圆角矩形 21"/>
          <p:cNvSpPr/>
          <p:nvPr>
            <p:custDataLst>
              <p:tags r:id="rId14"/>
            </p:custDataLst>
          </p:nvPr>
        </p:nvSpPr>
        <p:spPr>
          <a:xfrm>
            <a:off x="6621780" y="4582160"/>
            <a:ext cx="4872355" cy="1432560"/>
          </a:xfrm>
          <a:prstGeom prst="roundRect">
            <a:avLst>
              <a:gd name="adj" fmla="val 10263"/>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latin typeface="+mj-ea"/>
              <a:ea typeface="+mj-ea"/>
            </a:endParaRPr>
          </a:p>
        </p:txBody>
      </p:sp>
      <p:sp>
        <p:nvSpPr>
          <p:cNvPr id="24" name="椭圆 23"/>
          <p:cNvSpPr/>
          <p:nvPr>
            <p:custDataLst>
              <p:tags r:id="rId15"/>
            </p:custDataLst>
          </p:nvPr>
        </p:nvSpPr>
        <p:spPr>
          <a:xfrm>
            <a:off x="6226060" y="4951700"/>
            <a:ext cx="792000" cy="7920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altLang="zh-CN" sz="2000" b="1">
                <a:solidFill>
                  <a:srgbClr val="FFFFFF"/>
                </a:solidFill>
                <a:latin typeface="+mn-ea"/>
                <a:cs typeface="+mn-ea"/>
              </a:rPr>
              <a:t>04</a:t>
            </a:r>
            <a:endParaRPr lang="en-US" altLang="zh-CN" sz="2000" b="1">
              <a:solidFill>
                <a:srgbClr val="FFFFFF"/>
              </a:solidFill>
              <a:latin typeface="+mn-ea"/>
              <a:cs typeface="+mn-ea"/>
            </a:endParaRPr>
          </a:p>
        </p:txBody>
      </p:sp>
      <p:sp>
        <p:nvSpPr>
          <p:cNvPr id="13" name="矩形 12"/>
          <p:cNvSpPr/>
          <p:nvPr>
            <p:custDataLst>
              <p:tags r:id="rId16"/>
            </p:custDataLst>
          </p:nvPr>
        </p:nvSpPr>
        <p:spPr>
          <a:xfrm>
            <a:off x="7286625" y="5123815"/>
            <a:ext cx="3999230" cy="720000"/>
          </a:xfrm>
          <a:prstGeom prst="rect">
            <a:avLst/>
          </a:prstGeom>
          <a:noFill/>
        </p:spPr>
        <p:txBody>
          <a:bodyPr wrap="square" lIns="0" tIns="0" rIns="0" bIns="0" rtlCol="0" anchor="t" anchorCtr="0">
            <a:noAutofit/>
          </a:bodyPr>
          <a:lstStyle/>
          <a:p>
            <a:pPr lvl="0" algn="l">
              <a:lnSpc>
                <a:spcPct val="150000"/>
              </a:lnSpc>
              <a:buClrTx/>
              <a:buSzTx/>
              <a:buFontTx/>
            </a:pPr>
            <a:r>
              <a:rPr lang="zh-CN" altLang="en-US" sz="1600" dirty="0">
                <a:solidFill>
                  <a:schemeClr val="tx1">
                    <a:lumMod val="85000"/>
                    <a:lumOff val="15000"/>
                  </a:schemeClr>
                </a:solidFill>
                <a:latin typeface="+mn-ea"/>
                <a:cs typeface="+mn-ea"/>
                <a:sym typeface="+mn-ea"/>
              </a:rPr>
              <a:t>纳米级近乎球形粒子，熔结成聚集体（球形、椭圆形、链枝结构）</a:t>
            </a:r>
            <a:endParaRPr lang="zh-CN" altLang="en-US" sz="1600" dirty="0">
              <a:solidFill>
                <a:schemeClr val="tx1">
                  <a:lumMod val="85000"/>
                  <a:lumOff val="15000"/>
                </a:schemeClr>
              </a:solidFill>
              <a:latin typeface="+mn-ea"/>
              <a:cs typeface="+mn-ea"/>
              <a:sym typeface="+mn-ea"/>
            </a:endParaRPr>
          </a:p>
        </p:txBody>
      </p:sp>
      <p:sp>
        <p:nvSpPr>
          <p:cNvPr id="14" name="矩形 13"/>
          <p:cNvSpPr/>
          <p:nvPr>
            <p:custDataLst>
              <p:tags r:id="rId17"/>
            </p:custDataLst>
          </p:nvPr>
        </p:nvSpPr>
        <p:spPr>
          <a:xfrm>
            <a:off x="7286625" y="4768850"/>
            <a:ext cx="3999230" cy="354965"/>
          </a:xfrm>
          <a:prstGeom prst="rect">
            <a:avLst/>
          </a:prstGeom>
          <a:noFill/>
        </p:spPr>
        <p:txBody>
          <a:bodyPr wrap="square" lIns="0" tIns="0" rIns="0" bIns="0" rtlCol="0" anchor="b">
            <a:noAutofit/>
          </a:bodyPr>
          <a:lstStyle/>
          <a:p>
            <a:pPr lvl="0" algn="l">
              <a:buClrTx/>
              <a:buSzTx/>
              <a:buFontTx/>
            </a:pPr>
            <a:r>
              <a:rPr lang="zh-CN" altLang="en-US" sz="2000" b="1" dirty="0">
                <a:latin typeface="+mn-ea"/>
                <a:cs typeface="+mn-ea"/>
                <a:sym typeface="+mn-ea"/>
              </a:rPr>
              <a:t>微观形态</a:t>
            </a:r>
            <a:endParaRPr lang="zh-CN" altLang="en-US" sz="2000" b="1" dirty="0">
              <a:latin typeface="+mn-ea"/>
              <a:cs typeface="+mn-ea"/>
              <a:sym typeface="+mn-ea"/>
            </a:endParaRPr>
          </a:p>
        </p:txBody>
      </p:sp>
      <p:sp>
        <p:nvSpPr>
          <p:cNvPr id="8" name="标题 7"/>
          <p:cNvSpPr>
            <a:spLocks noGrp="1"/>
          </p:cNvSpPr>
          <p:nvPr>
            <p:ph type="title"/>
            <p:custDataLst>
              <p:tags r:id="rId18"/>
            </p:custDataLst>
          </p:nvPr>
        </p:nvSpPr>
        <p:spPr/>
        <p:txBody>
          <a:bodyPr/>
          <a:p>
            <a:r>
              <a:rPr lang="zh-CN" altLang="en-US"/>
              <a:t>炭黑的定义</a:t>
            </a:r>
            <a:endParaRPr lang="zh-CN" altLang="en-US"/>
          </a:p>
        </p:txBody>
      </p:sp>
    </p:spTree>
    <p:custDataLst>
      <p:tags r:id="rId1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炭黑的分类</a:t>
            </a:r>
            <a:endParaRPr lang="zh-CN" altLang="en-US"/>
          </a:p>
        </p:txBody>
      </p:sp>
      <p:sp>
        <p:nvSpPr>
          <p:cNvPr id="16" name="任意多边形: 形状 15"/>
          <p:cNvSpPr/>
          <p:nvPr>
            <p:custDataLst>
              <p:tags r:id="rId2"/>
            </p:custDataLst>
          </p:nvPr>
        </p:nvSpPr>
        <p:spPr>
          <a:xfrm>
            <a:off x="1685183" y="2090060"/>
            <a:ext cx="2503384" cy="3786260"/>
          </a:xfrm>
          <a:custGeom>
            <a:avLst/>
            <a:gdLst>
              <a:gd name="connsiteX0" fmla="*/ 62283 w 2658882"/>
              <a:gd name="connsiteY0" fmla="*/ 40468 h 4091396"/>
              <a:gd name="connsiteX1" fmla="*/ 205497 w 2658882"/>
              <a:gd name="connsiteY1" fmla="*/ 0 h 4091396"/>
              <a:gd name="connsiteX2" fmla="*/ 2508800 w 2658882"/>
              <a:gd name="connsiteY2" fmla="*/ 363231 h 4091396"/>
              <a:gd name="connsiteX3" fmla="*/ 2658882 w 2658882"/>
              <a:gd name="connsiteY3" fmla="*/ 538860 h 4091396"/>
              <a:gd name="connsiteX4" fmla="*/ 2658882 w 2658882"/>
              <a:gd name="connsiteY4" fmla="*/ 3550908 h 4091396"/>
              <a:gd name="connsiteX5" fmla="*/ 2508776 w 2658882"/>
              <a:gd name="connsiteY5" fmla="*/ 3726540 h 4091396"/>
              <a:gd name="connsiteX6" fmla="*/ 205473 w 2658882"/>
              <a:gd name="connsiteY6" fmla="*/ 4089771 h 4091396"/>
              <a:gd name="connsiteX7" fmla="*/ 62283 w 2658882"/>
              <a:gd name="connsiteY7" fmla="*/ 4049299 h 4091396"/>
              <a:gd name="connsiteX8" fmla="*/ 0 w 2658882"/>
              <a:gd name="connsiteY8" fmla="*/ 3914137 h 4091396"/>
              <a:gd name="connsiteX9" fmla="*/ 0 w 2658882"/>
              <a:gd name="connsiteY9" fmla="*/ 175659 h 4091396"/>
              <a:gd name="connsiteX10" fmla="*/ 62283 w 2658882"/>
              <a:gd name="connsiteY10" fmla="*/ 40468 h 4091396"/>
              <a:gd name="connsiteX0-1" fmla="*/ 62283 w 2658882"/>
              <a:gd name="connsiteY0-2" fmla="*/ 42612 h 4093540"/>
              <a:gd name="connsiteX1-3" fmla="*/ 205497 w 2658882"/>
              <a:gd name="connsiteY1-4" fmla="*/ 2144 h 4093540"/>
              <a:gd name="connsiteX2-5" fmla="*/ 2508800 w 2658882"/>
              <a:gd name="connsiteY2-6" fmla="*/ 365375 h 4093540"/>
              <a:gd name="connsiteX3-7" fmla="*/ 2658882 w 2658882"/>
              <a:gd name="connsiteY3-8" fmla="*/ 541004 h 4093540"/>
              <a:gd name="connsiteX4-9" fmla="*/ 2658882 w 2658882"/>
              <a:gd name="connsiteY4-10" fmla="*/ 3553052 h 4093540"/>
              <a:gd name="connsiteX5-11" fmla="*/ 2508776 w 2658882"/>
              <a:gd name="connsiteY5-12" fmla="*/ 3728684 h 4093540"/>
              <a:gd name="connsiteX6-13" fmla="*/ 205473 w 2658882"/>
              <a:gd name="connsiteY6-14" fmla="*/ 4091915 h 4093540"/>
              <a:gd name="connsiteX7-15" fmla="*/ 62283 w 2658882"/>
              <a:gd name="connsiteY7-16" fmla="*/ 4051443 h 4093540"/>
              <a:gd name="connsiteX8-17" fmla="*/ 0 w 2658882"/>
              <a:gd name="connsiteY8-18" fmla="*/ 3916281 h 4093540"/>
              <a:gd name="connsiteX9-19" fmla="*/ 0 w 2658882"/>
              <a:gd name="connsiteY9-20" fmla="*/ 177803 h 4093540"/>
              <a:gd name="connsiteX10-21" fmla="*/ 62283 w 2658882"/>
              <a:gd name="connsiteY10-22" fmla="*/ 42612 h 4093540"/>
              <a:gd name="connsiteX0-23" fmla="*/ 62283 w 2658882"/>
              <a:gd name="connsiteY0-24" fmla="*/ 42612 h 4093540"/>
              <a:gd name="connsiteX1-25" fmla="*/ 205497 w 2658882"/>
              <a:gd name="connsiteY1-26" fmla="*/ 2144 h 4093540"/>
              <a:gd name="connsiteX2-27" fmla="*/ 2508800 w 2658882"/>
              <a:gd name="connsiteY2-28" fmla="*/ 365375 h 4093540"/>
              <a:gd name="connsiteX3-29" fmla="*/ 2658882 w 2658882"/>
              <a:gd name="connsiteY3-30" fmla="*/ 541004 h 4093540"/>
              <a:gd name="connsiteX4-31" fmla="*/ 2658882 w 2658882"/>
              <a:gd name="connsiteY4-32" fmla="*/ 3553052 h 4093540"/>
              <a:gd name="connsiteX5-33" fmla="*/ 2508776 w 2658882"/>
              <a:gd name="connsiteY5-34" fmla="*/ 3728684 h 4093540"/>
              <a:gd name="connsiteX6-35" fmla="*/ 205473 w 2658882"/>
              <a:gd name="connsiteY6-36" fmla="*/ 4091915 h 4093540"/>
              <a:gd name="connsiteX7-37" fmla="*/ 62283 w 2658882"/>
              <a:gd name="connsiteY7-38" fmla="*/ 4051443 h 4093540"/>
              <a:gd name="connsiteX8-39" fmla="*/ 0 w 2658882"/>
              <a:gd name="connsiteY8-40" fmla="*/ 3916281 h 4093540"/>
              <a:gd name="connsiteX9-41" fmla="*/ 0 w 2658882"/>
              <a:gd name="connsiteY9-42" fmla="*/ 177803 h 4093540"/>
              <a:gd name="connsiteX10-43" fmla="*/ 62283 w 2658882"/>
              <a:gd name="connsiteY10-44" fmla="*/ 42612 h 4093540"/>
              <a:gd name="connsiteX0-45" fmla="*/ 62283 w 2658882"/>
              <a:gd name="connsiteY0-46" fmla="*/ 42612 h 4093540"/>
              <a:gd name="connsiteX1-47" fmla="*/ 205497 w 2658882"/>
              <a:gd name="connsiteY1-48" fmla="*/ 2144 h 4093540"/>
              <a:gd name="connsiteX2-49" fmla="*/ 2508800 w 2658882"/>
              <a:gd name="connsiteY2-50" fmla="*/ 365375 h 4093540"/>
              <a:gd name="connsiteX3-51" fmla="*/ 2658882 w 2658882"/>
              <a:gd name="connsiteY3-52" fmla="*/ 541004 h 4093540"/>
              <a:gd name="connsiteX4-53" fmla="*/ 2658882 w 2658882"/>
              <a:gd name="connsiteY4-54" fmla="*/ 3553052 h 4093540"/>
              <a:gd name="connsiteX5-55" fmla="*/ 2508776 w 2658882"/>
              <a:gd name="connsiteY5-56" fmla="*/ 3728684 h 4093540"/>
              <a:gd name="connsiteX6-57" fmla="*/ 205473 w 2658882"/>
              <a:gd name="connsiteY6-58" fmla="*/ 4091915 h 4093540"/>
              <a:gd name="connsiteX7-59" fmla="*/ 62283 w 2658882"/>
              <a:gd name="connsiteY7-60" fmla="*/ 4051443 h 4093540"/>
              <a:gd name="connsiteX8-61" fmla="*/ 0 w 2658882"/>
              <a:gd name="connsiteY8-62" fmla="*/ 3916281 h 4093540"/>
              <a:gd name="connsiteX9-63" fmla="*/ 0 w 2658882"/>
              <a:gd name="connsiteY9-64" fmla="*/ 177803 h 4093540"/>
              <a:gd name="connsiteX10-65" fmla="*/ 62283 w 2658882"/>
              <a:gd name="connsiteY10-66" fmla="*/ 42612 h 4093540"/>
              <a:gd name="connsiteX0-67" fmla="*/ 62283 w 2658882"/>
              <a:gd name="connsiteY0-68" fmla="*/ 42612 h 4093540"/>
              <a:gd name="connsiteX1-69" fmla="*/ 205497 w 2658882"/>
              <a:gd name="connsiteY1-70" fmla="*/ 2144 h 4093540"/>
              <a:gd name="connsiteX2-71" fmla="*/ 2508800 w 2658882"/>
              <a:gd name="connsiteY2-72" fmla="*/ 365375 h 4093540"/>
              <a:gd name="connsiteX3-73" fmla="*/ 2658882 w 2658882"/>
              <a:gd name="connsiteY3-74" fmla="*/ 541004 h 4093540"/>
              <a:gd name="connsiteX4-75" fmla="*/ 2658882 w 2658882"/>
              <a:gd name="connsiteY4-76" fmla="*/ 3553052 h 4093540"/>
              <a:gd name="connsiteX5-77" fmla="*/ 2508776 w 2658882"/>
              <a:gd name="connsiteY5-78" fmla="*/ 3728684 h 4093540"/>
              <a:gd name="connsiteX6-79" fmla="*/ 205473 w 2658882"/>
              <a:gd name="connsiteY6-80" fmla="*/ 4091915 h 4093540"/>
              <a:gd name="connsiteX7-81" fmla="*/ 62283 w 2658882"/>
              <a:gd name="connsiteY7-82" fmla="*/ 4051443 h 4093540"/>
              <a:gd name="connsiteX8-83" fmla="*/ 0 w 2658882"/>
              <a:gd name="connsiteY8-84" fmla="*/ 3916281 h 4093540"/>
              <a:gd name="connsiteX9-85" fmla="*/ 0 w 2658882"/>
              <a:gd name="connsiteY9-86" fmla="*/ 177803 h 4093540"/>
              <a:gd name="connsiteX10-87" fmla="*/ 62283 w 2658882"/>
              <a:gd name="connsiteY10-88" fmla="*/ 42612 h 4093540"/>
              <a:gd name="connsiteX0-89" fmla="*/ 62283 w 2658882"/>
              <a:gd name="connsiteY0-90" fmla="*/ 42612 h 4093540"/>
              <a:gd name="connsiteX1-91" fmla="*/ 205497 w 2658882"/>
              <a:gd name="connsiteY1-92" fmla="*/ 2144 h 4093540"/>
              <a:gd name="connsiteX2-93" fmla="*/ 2508800 w 2658882"/>
              <a:gd name="connsiteY2-94" fmla="*/ 365375 h 4093540"/>
              <a:gd name="connsiteX3-95" fmla="*/ 2658882 w 2658882"/>
              <a:gd name="connsiteY3-96" fmla="*/ 541004 h 4093540"/>
              <a:gd name="connsiteX4-97" fmla="*/ 2658882 w 2658882"/>
              <a:gd name="connsiteY4-98" fmla="*/ 3553052 h 4093540"/>
              <a:gd name="connsiteX5-99" fmla="*/ 2508776 w 2658882"/>
              <a:gd name="connsiteY5-100" fmla="*/ 3728684 h 4093540"/>
              <a:gd name="connsiteX6-101" fmla="*/ 205473 w 2658882"/>
              <a:gd name="connsiteY6-102" fmla="*/ 4091915 h 4093540"/>
              <a:gd name="connsiteX7-103" fmla="*/ 62283 w 2658882"/>
              <a:gd name="connsiteY7-104" fmla="*/ 4051443 h 4093540"/>
              <a:gd name="connsiteX8-105" fmla="*/ 0 w 2658882"/>
              <a:gd name="connsiteY8-106" fmla="*/ 3916281 h 4093540"/>
              <a:gd name="connsiteX9-107" fmla="*/ 0 w 2658882"/>
              <a:gd name="connsiteY9-108" fmla="*/ 177803 h 4093540"/>
              <a:gd name="connsiteX10-109" fmla="*/ 62283 w 2658882"/>
              <a:gd name="connsiteY10-110" fmla="*/ 42612 h 4093540"/>
              <a:gd name="connsiteX0-111" fmla="*/ 62283 w 2658882"/>
              <a:gd name="connsiteY0-112" fmla="*/ 42612 h 4093540"/>
              <a:gd name="connsiteX1-113" fmla="*/ 205497 w 2658882"/>
              <a:gd name="connsiteY1-114" fmla="*/ 2144 h 4093540"/>
              <a:gd name="connsiteX2-115" fmla="*/ 2508800 w 2658882"/>
              <a:gd name="connsiteY2-116" fmla="*/ 365375 h 4093540"/>
              <a:gd name="connsiteX3-117" fmla="*/ 2658882 w 2658882"/>
              <a:gd name="connsiteY3-118" fmla="*/ 541004 h 4093540"/>
              <a:gd name="connsiteX4-119" fmla="*/ 2658882 w 2658882"/>
              <a:gd name="connsiteY4-120" fmla="*/ 3553052 h 4093540"/>
              <a:gd name="connsiteX5-121" fmla="*/ 2508776 w 2658882"/>
              <a:gd name="connsiteY5-122" fmla="*/ 3728684 h 4093540"/>
              <a:gd name="connsiteX6-123" fmla="*/ 205473 w 2658882"/>
              <a:gd name="connsiteY6-124" fmla="*/ 4091915 h 4093540"/>
              <a:gd name="connsiteX7-125" fmla="*/ 62283 w 2658882"/>
              <a:gd name="connsiteY7-126" fmla="*/ 4051443 h 4093540"/>
              <a:gd name="connsiteX8-127" fmla="*/ 0 w 2658882"/>
              <a:gd name="connsiteY8-128" fmla="*/ 3916281 h 4093540"/>
              <a:gd name="connsiteX9-129" fmla="*/ 0 w 2658882"/>
              <a:gd name="connsiteY9-130" fmla="*/ 177803 h 4093540"/>
              <a:gd name="connsiteX10-131" fmla="*/ 62283 w 2658882"/>
              <a:gd name="connsiteY10-132" fmla="*/ 42612 h 4093540"/>
              <a:gd name="connsiteX0-133" fmla="*/ 62283 w 2658882"/>
              <a:gd name="connsiteY0-134" fmla="*/ 42612 h 4093540"/>
              <a:gd name="connsiteX1-135" fmla="*/ 205497 w 2658882"/>
              <a:gd name="connsiteY1-136" fmla="*/ 2144 h 4093540"/>
              <a:gd name="connsiteX2-137" fmla="*/ 2508800 w 2658882"/>
              <a:gd name="connsiteY2-138" fmla="*/ 365375 h 4093540"/>
              <a:gd name="connsiteX3-139" fmla="*/ 2658882 w 2658882"/>
              <a:gd name="connsiteY3-140" fmla="*/ 541004 h 4093540"/>
              <a:gd name="connsiteX4-141" fmla="*/ 2658882 w 2658882"/>
              <a:gd name="connsiteY4-142" fmla="*/ 3553052 h 4093540"/>
              <a:gd name="connsiteX5-143" fmla="*/ 2508776 w 2658882"/>
              <a:gd name="connsiteY5-144" fmla="*/ 3728684 h 4093540"/>
              <a:gd name="connsiteX6-145" fmla="*/ 205473 w 2658882"/>
              <a:gd name="connsiteY6-146" fmla="*/ 4091915 h 4093540"/>
              <a:gd name="connsiteX7-147" fmla="*/ 62283 w 2658882"/>
              <a:gd name="connsiteY7-148" fmla="*/ 4051443 h 4093540"/>
              <a:gd name="connsiteX8-149" fmla="*/ 0 w 2658882"/>
              <a:gd name="connsiteY8-150" fmla="*/ 3916281 h 4093540"/>
              <a:gd name="connsiteX9-151" fmla="*/ 0 w 2658882"/>
              <a:gd name="connsiteY9-152" fmla="*/ 177803 h 4093540"/>
              <a:gd name="connsiteX10-153" fmla="*/ 62283 w 2658882"/>
              <a:gd name="connsiteY10-154" fmla="*/ 42612 h 4093540"/>
              <a:gd name="connsiteX0-155" fmla="*/ 62283 w 2658882"/>
              <a:gd name="connsiteY0-156" fmla="*/ 42612 h 4093540"/>
              <a:gd name="connsiteX1-157" fmla="*/ 205497 w 2658882"/>
              <a:gd name="connsiteY1-158" fmla="*/ 2144 h 4093540"/>
              <a:gd name="connsiteX2-159" fmla="*/ 2508800 w 2658882"/>
              <a:gd name="connsiteY2-160" fmla="*/ 365375 h 4093540"/>
              <a:gd name="connsiteX3-161" fmla="*/ 2658882 w 2658882"/>
              <a:gd name="connsiteY3-162" fmla="*/ 541004 h 4093540"/>
              <a:gd name="connsiteX4-163" fmla="*/ 2658882 w 2658882"/>
              <a:gd name="connsiteY4-164" fmla="*/ 3553052 h 4093540"/>
              <a:gd name="connsiteX5-165" fmla="*/ 2508776 w 2658882"/>
              <a:gd name="connsiteY5-166" fmla="*/ 3728684 h 4093540"/>
              <a:gd name="connsiteX6-167" fmla="*/ 205473 w 2658882"/>
              <a:gd name="connsiteY6-168" fmla="*/ 4091915 h 4093540"/>
              <a:gd name="connsiteX7-169" fmla="*/ 62283 w 2658882"/>
              <a:gd name="connsiteY7-170" fmla="*/ 4051443 h 4093540"/>
              <a:gd name="connsiteX8-171" fmla="*/ 0 w 2658882"/>
              <a:gd name="connsiteY8-172" fmla="*/ 3916281 h 4093540"/>
              <a:gd name="connsiteX9-173" fmla="*/ 0 w 2658882"/>
              <a:gd name="connsiteY9-174" fmla="*/ 177803 h 4093540"/>
              <a:gd name="connsiteX10-175" fmla="*/ 62283 w 2658882"/>
              <a:gd name="connsiteY10-176" fmla="*/ 42612 h 4093540"/>
              <a:gd name="connsiteX0-177" fmla="*/ 62283 w 2658882"/>
              <a:gd name="connsiteY0-178" fmla="*/ 42612 h 4093540"/>
              <a:gd name="connsiteX1-179" fmla="*/ 205497 w 2658882"/>
              <a:gd name="connsiteY1-180" fmla="*/ 2144 h 4093540"/>
              <a:gd name="connsiteX2-181" fmla="*/ 2508800 w 2658882"/>
              <a:gd name="connsiteY2-182" fmla="*/ 365375 h 4093540"/>
              <a:gd name="connsiteX3-183" fmla="*/ 2658882 w 2658882"/>
              <a:gd name="connsiteY3-184" fmla="*/ 541004 h 4093540"/>
              <a:gd name="connsiteX4-185" fmla="*/ 2658882 w 2658882"/>
              <a:gd name="connsiteY4-186" fmla="*/ 3553052 h 4093540"/>
              <a:gd name="connsiteX5-187" fmla="*/ 2508776 w 2658882"/>
              <a:gd name="connsiteY5-188" fmla="*/ 3728684 h 4093540"/>
              <a:gd name="connsiteX6-189" fmla="*/ 205473 w 2658882"/>
              <a:gd name="connsiteY6-190" fmla="*/ 4091915 h 4093540"/>
              <a:gd name="connsiteX7-191" fmla="*/ 62283 w 2658882"/>
              <a:gd name="connsiteY7-192" fmla="*/ 4051443 h 4093540"/>
              <a:gd name="connsiteX8-193" fmla="*/ 0 w 2658882"/>
              <a:gd name="connsiteY8-194" fmla="*/ 3916281 h 4093540"/>
              <a:gd name="connsiteX9-195" fmla="*/ 0 w 2658882"/>
              <a:gd name="connsiteY9-196" fmla="*/ 177803 h 4093540"/>
              <a:gd name="connsiteX10-197" fmla="*/ 62283 w 2658882"/>
              <a:gd name="connsiteY10-198" fmla="*/ 42612 h 4093540"/>
              <a:gd name="connsiteX0-199" fmla="*/ 62283 w 2658882"/>
              <a:gd name="connsiteY0-200" fmla="*/ 42612 h 4092044"/>
              <a:gd name="connsiteX1-201" fmla="*/ 205497 w 2658882"/>
              <a:gd name="connsiteY1-202" fmla="*/ 2144 h 4092044"/>
              <a:gd name="connsiteX2-203" fmla="*/ 2508800 w 2658882"/>
              <a:gd name="connsiteY2-204" fmla="*/ 365375 h 4092044"/>
              <a:gd name="connsiteX3-205" fmla="*/ 2658882 w 2658882"/>
              <a:gd name="connsiteY3-206" fmla="*/ 541004 h 4092044"/>
              <a:gd name="connsiteX4-207" fmla="*/ 2658882 w 2658882"/>
              <a:gd name="connsiteY4-208" fmla="*/ 3553052 h 4092044"/>
              <a:gd name="connsiteX5-209" fmla="*/ 2508776 w 2658882"/>
              <a:gd name="connsiteY5-210" fmla="*/ 3728684 h 4092044"/>
              <a:gd name="connsiteX6-211" fmla="*/ 205473 w 2658882"/>
              <a:gd name="connsiteY6-212" fmla="*/ 4091915 h 4092044"/>
              <a:gd name="connsiteX7-213" fmla="*/ 62283 w 2658882"/>
              <a:gd name="connsiteY7-214" fmla="*/ 4051443 h 4092044"/>
              <a:gd name="connsiteX8-215" fmla="*/ 0 w 2658882"/>
              <a:gd name="connsiteY8-216" fmla="*/ 3916281 h 4092044"/>
              <a:gd name="connsiteX9-217" fmla="*/ 0 w 2658882"/>
              <a:gd name="connsiteY9-218" fmla="*/ 177803 h 4092044"/>
              <a:gd name="connsiteX10-219" fmla="*/ 62283 w 2658882"/>
              <a:gd name="connsiteY10-220" fmla="*/ 42612 h 4092044"/>
              <a:gd name="connsiteX0-221" fmla="*/ 62283 w 2658882"/>
              <a:gd name="connsiteY0-222" fmla="*/ 42612 h 4091915"/>
              <a:gd name="connsiteX1-223" fmla="*/ 205497 w 2658882"/>
              <a:gd name="connsiteY1-224" fmla="*/ 2144 h 4091915"/>
              <a:gd name="connsiteX2-225" fmla="*/ 2508800 w 2658882"/>
              <a:gd name="connsiteY2-226" fmla="*/ 365375 h 4091915"/>
              <a:gd name="connsiteX3-227" fmla="*/ 2658882 w 2658882"/>
              <a:gd name="connsiteY3-228" fmla="*/ 541004 h 4091915"/>
              <a:gd name="connsiteX4-229" fmla="*/ 2658882 w 2658882"/>
              <a:gd name="connsiteY4-230" fmla="*/ 3553052 h 4091915"/>
              <a:gd name="connsiteX5-231" fmla="*/ 2508776 w 2658882"/>
              <a:gd name="connsiteY5-232" fmla="*/ 3728684 h 4091915"/>
              <a:gd name="connsiteX6-233" fmla="*/ 205473 w 2658882"/>
              <a:gd name="connsiteY6-234" fmla="*/ 4091915 h 4091915"/>
              <a:gd name="connsiteX7-235" fmla="*/ 62283 w 2658882"/>
              <a:gd name="connsiteY7-236" fmla="*/ 4051443 h 4091915"/>
              <a:gd name="connsiteX8-237" fmla="*/ 0 w 2658882"/>
              <a:gd name="connsiteY8-238" fmla="*/ 3916281 h 4091915"/>
              <a:gd name="connsiteX9-239" fmla="*/ 0 w 2658882"/>
              <a:gd name="connsiteY9-240" fmla="*/ 177803 h 4091915"/>
              <a:gd name="connsiteX10-241" fmla="*/ 62283 w 2658882"/>
              <a:gd name="connsiteY10-242" fmla="*/ 42612 h 4091915"/>
              <a:gd name="connsiteX0-243" fmla="*/ 62283 w 2658882"/>
              <a:gd name="connsiteY0-244" fmla="*/ 42612 h 4092475"/>
              <a:gd name="connsiteX1-245" fmla="*/ 205497 w 2658882"/>
              <a:gd name="connsiteY1-246" fmla="*/ 2144 h 4092475"/>
              <a:gd name="connsiteX2-247" fmla="*/ 2508800 w 2658882"/>
              <a:gd name="connsiteY2-248" fmla="*/ 365375 h 4092475"/>
              <a:gd name="connsiteX3-249" fmla="*/ 2658882 w 2658882"/>
              <a:gd name="connsiteY3-250" fmla="*/ 541004 h 4092475"/>
              <a:gd name="connsiteX4-251" fmla="*/ 2658882 w 2658882"/>
              <a:gd name="connsiteY4-252" fmla="*/ 3553052 h 4092475"/>
              <a:gd name="connsiteX5-253" fmla="*/ 2508776 w 2658882"/>
              <a:gd name="connsiteY5-254" fmla="*/ 3728684 h 4092475"/>
              <a:gd name="connsiteX6-255" fmla="*/ 205473 w 2658882"/>
              <a:gd name="connsiteY6-256" fmla="*/ 4091915 h 4092475"/>
              <a:gd name="connsiteX7-257" fmla="*/ 62283 w 2658882"/>
              <a:gd name="connsiteY7-258" fmla="*/ 4051443 h 4092475"/>
              <a:gd name="connsiteX8-259" fmla="*/ 0 w 2658882"/>
              <a:gd name="connsiteY8-260" fmla="*/ 3916281 h 4092475"/>
              <a:gd name="connsiteX9-261" fmla="*/ 0 w 2658882"/>
              <a:gd name="connsiteY9-262" fmla="*/ 177803 h 4092475"/>
              <a:gd name="connsiteX10-263" fmla="*/ 62283 w 2658882"/>
              <a:gd name="connsiteY10-264" fmla="*/ 42612 h 4092475"/>
              <a:gd name="connsiteX0-265" fmla="*/ 62283 w 2658882"/>
              <a:gd name="connsiteY0-266" fmla="*/ 42612 h 4094059"/>
              <a:gd name="connsiteX1-267" fmla="*/ 205497 w 2658882"/>
              <a:gd name="connsiteY1-268" fmla="*/ 2144 h 4094059"/>
              <a:gd name="connsiteX2-269" fmla="*/ 2508800 w 2658882"/>
              <a:gd name="connsiteY2-270" fmla="*/ 365375 h 4094059"/>
              <a:gd name="connsiteX3-271" fmla="*/ 2658882 w 2658882"/>
              <a:gd name="connsiteY3-272" fmla="*/ 541004 h 4094059"/>
              <a:gd name="connsiteX4-273" fmla="*/ 2658882 w 2658882"/>
              <a:gd name="connsiteY4-274" fmla="*/ 3553052 h 4094059"/>
              <a:gd name="connsiteX5-275" fmla="*/ 2508776 w 2658882"/>
              <a:gd name="connsiteY5-276" fmla="*/ 3728684 h 4094059"/>
              <a:gd name="connsiteX6-277" fmla="*/ 205473 w 2658882"/>
              <a:gd name="connsiteY6-278" fmla="*/ 4091915 h 4094059"/>
              <a:gd name="connsiteX7-279" fmla="*/ 62283 w 2658882"/>
              <a:gd name="connsiteY7-280" fmla="*/ 4051443 h 4094059"/>
              <a:gd name="connsiteX8-281" fmla="*/ 0 w 2658882"/>
              <a:gd name="connsiteY8-282" fmla="*/ 3916281 h 4094059"/>
              <a:gd name="connsiteX9-283" fmla="*/ 0 w 2658882"/>
              <a:gd name="connsiteY9-284" fmla="*/ 177803 h 4094059"/>
              <a:gd name="connsiteX10-285" fmla="*/ 62283 w 2658882"/>
              <a:gd name="connsiteY10-286" fmla="*/ 42612 h 4094059"/>
              <a:gd name="connsiteX0-287" fmla="*/ 62283 w 2658882"/>
              <a:gd name="connsiteY0-288" fmla="*/ 42612 h 4094059"/>
              <a:gd name="connsiteX1-289" fmla="*/ 205497 w 2658882"/>
              <a:gd name="connsiteY1-290" fmla="*/ 2144 h 4094059"/>
              <a:gd name="connsiteX2-291" fmla="*/ 2508800 w 2658882"/>
              <a:gd name="connsiteY2-292" fmla="*/ 365375 h 4094059"/>
              <a:gd name="connsiteX3-293" fmla="*/ 2658882 w 2658882"/>
              <a:gd name="connsiteY3-294" fmla="*/ 541004 h 4094059"/>
              <a:gd name="connsiteX4-295" fmla="*/ 2658882 w 2658882"/>
              <a:gd name="connsiteY4-296" fmla="*/ 3553052 h 4094059"/>
              <a:gd name="connsiteX5-297" fmla="*/ 2508776 w 2658882"/>
              <a:gd name="connsiteY5-298" fmla="*/ 3728684 h 4094059"/>
              <a:gd name="connsiteX6-299" fmla="*/ 205473 w 2658882"/>
              <a:gd name="connsiteY6-300" fmla="*/ 4091915 h 4094059"/>
              <a:gd name="connsiteX7-301" fmla="*/ 62283 w 2658882"/>
              <a:gd name="connsiteY7-302" fmla="*/ 4051443 h 4094059"/>
              <a:gd name="connsiteX8-303" fmla="*/ 0 w 2658882"/>
              <a:gd name="connsiteY8-304" fmla="*/ 3916281 h 4094059"/>
              <a:gd name="connsiteX9-305" fmla="*/ 0 w 2658882"/>
              <a:gd name="connsiteY9-306" fmla="*/ 177803 h 4094059"/>
              <a:gd name="connsiteX10-307" fmla="*/ 62283 w 2658882"/>
              <a:gd name="connsiteY10-308" fmla="*/ 42612 h 4094059"/>
              <a:gd name="connsiteX0-309" fmla="*/ 62283 w 2658882"/>
              <a:gd name="connsiteY0-310" fmla="*/ 42612 h 4094059"/>
              <a:gd name="connsiteX1-311" fmla="*/ 205497 w 2658882"/>
              <a:gd name="connsiteY1-312" fmla="*/ 2144 h 4094059"/>
              <a:gd name="connsiteX2-313" fmla="*/ 2508800 w 2658882"/>
              <a:gd name="connsiteY2-314" fmla="*/ 365375 h 4094059"/>
              <a:gd name="connsiteX3-315" fmla="*/ 2658882 w 2658882"/>
              <a:gd name="connsiteY3-316" fmla="*/ 541004 h 4094059"/>
              <a:gd name="connsiteX4-317" fmla="*/ 2658882 w 2658882"/>
              <a:gd name="connsiteY4-318" fmla="*/ 3553052 h 4094059"/>
              <a:gd name="connsiteX5-319" fmla="*/ 2508776 w 2658882"/>
              <a:gd name="connsiteY5-320" fmla="*/ 3728684 h 4094059"/>
              <a:gd name="connsiteX6-321" fmla="*/ 205473 w 2658882"/>
              <a:gd name="connsiteY6-322" fmla="*/ 4091915 h 4094059"/>
              <a:gd name="connsiteX7-323" fmla="*/ 62283 w 2658882"/>
              <a:gd name="connsiteY7-324" fmla="*/ 4051443 h 4094059"/>
              <a:gd name="connsiteX8-325" fmla="*/ 0 w 2658882"/>
              <a:gd name="connsiteY8-326" fmla="*/ 3916281 h 4094059"/>
              <a:gd name="connsiteX9-327" fmla="*/ 0 w 2658882"/>
              <a:gd name="connsiteY9-328" fmla="*/ 177803 h 4094059"/>
              <a:gd name="connsiteX10-329" fmla="*/ 62283 w 2658882"/>
              <a:gd name="connsiteY10-330" fmla="*/ 42612 h 4094059"/>
              <a:gd name="connsiteX0-331" fmla="*/ 62283 w 2658882"/>
              <a:gd name="connsiteY0-332" fmla="*/ 42612 h 4094059"/>
              <a:gd name="connsiteX1-333" fmla="*/ 205497 w 2658882"/>
              <a:gd name="connsiteY1-334" fmla="*/ 2144 h 4094059"/>
              <a:gd name="connsiteX2-335" fmla="*/ 2508800 w 2658882"/>
              <a:gd name="connsiteY2-336" fmla="*/ 365375 h 4094059"/>
              <a:gd name="connsiteX3-337" fmla="*/ 2658882 w 2658882"/>
              <a:gd name="connsiteY3-338" fmla="*/ 541004 h 4094059"/>
              <a:gd name="connsiteX4-339" fmla="*/ 2658882 w 2658882"/>
              <a:gd name="connsiteY4-340" fmla="*/ 3553052 h 4094059"/>
              <a:gd name="connsiteX5-341" fmla="*/ 2508776 w 2658882"/>
              <a:gd name="connsiteY5-342" fmla="*/ 3728684 h 4094059"/>
              <a:gd name="connsiteX6-343" fmla="*/ 205473 w 2658882"/>
              <a:gd name="connsiteY6-344" fmla="*/ 4091915 h 4094059"/>
              <a:gd name="connsiteX7-345" fmla="*/ 62283 w 2658882"/>
              <a:gd name="connsiteY7-346" fmla="*/ 4051443 h 4094059"/>
              <a:gd name="connsiteX8-347" fmla="*/ 0 w 2658882"/>
              <a:gd name="connsiteY8-348" fmla="*/ 3916281 h 4094059"/>
              <a:gd name="connsiteX9-349" fmla="*/ 0 w 2658882"/>
              <a:gd name="connsiteY9-350" fmla="*/ 177803 h 4094059"/>
              <a:gd name="connsiteX10-351" fmla="*/ 62283 w 2658882"/>
              <a:gd name="connsiteY10-352" fmla="*/ 42612 h 4094059"/>
              <a:gd name="connsiteX0-353" fmla="*/ 62283 w 2658882"/>
              <a:gd name="connsiteY0-354" fmla="*/ 42612 h 4094059"/>
              <a:gd name="connsiteX1-355" fmla="*/ 205497 w 2658882"/>
              <a:gd name="connsiteY1-356" fmla="*/ 2144 h 4094059"/>
              <a:gd name="connsiteX2-357" fmla="*/ 2508800 w 2658882"/>
              <a:gd name="connsiteY2-358" fmla="*/ 365375 h 4094059"/>
              <a:gd name="connsiteX3-359" fmla="*/ 2658882 w 2658882"/>
              <a:gd name="connsiteY3-360" fmla="*/ 541004 h 4094059"/>
              <a:gd name="connsiteX4-361" fmla="*/ 2658882 w 2658882"/>
              <a:gd name="connsiteY4-362" fmla="*/ 3553052 h 4094059"/>
              <a:gd name="connsiteX5-363" fmla="*/ 2508776 w 2658882"/>
              <a:gd name="connsiteY5-364" fmla="*/ 3728684 h 4094059"/>
              <a:gd name="connsiteX6-365" fmla="*/ 205473 w 2658882"/>
              <a:gd name="connsiteY6-366" fmla="*/ 4091915 h 4094059"/>
              <a:gd name="connsiteX7-367" fmla="*/ 62283 w 2658882"/>
              <a:gd name="connsiteY7-368" fmla="*/ 4051443 h 4094059"/>
              <a:gd name="connsiteX8-369" fmla="*/ 0 w 2658882"/>
              <a:gd name="connsiteY8-370" fmla="*/ 3916281 h 4094059"/>
              <a:gd name="connsiteX9-371" fmla="*/ 0 w 2658882"/>
              <a:gd name="connsiteY9-372" fmla="*/ 177803 h 4094059"/>
              <a:gd name="connsiteX10-373" fmla="*/ 62283 w 2658882"/>
              <a:gd name="connsiteY10-374" fmla="*/ 42612 h 4094059"/>
              <a:gd name="connsiteX0-375" fmla="*/ 62283 w 2658882"/>
              <a:gd name="connsiteY0-376" fmla="*/ 42612 h 4094059"/>
              <a:gd name="connsiteX1-377" fmla="*/ 205497 w 2658882"/>
              <a:gd name="connsiteY1-378" fmla="*/ 2144 h 4094059"/>
              <a:gd name="connsiteX2-379" fmla="*/ 2508800 w 2658882"/>
              <a:gd name="connsiteY2-380" fmla="*/ 365375 h 4094059"/>
              <a:gd name="connsiteX3-381" fmla="*/ 2658882 w 2658882"/>
              <a:gd name="connsiteY3-382" fmla="*/ 541004 h 4094059"/>
              <a:gd name="connsiteX4-383" fmla="*/ 2658882 w 2658882"/>
              <a:gd name="connsiteY4-384" fmla="*/ 3553052 h 4094059"/>
              <a:gd name="connsiteX5-385" fmla="*/ 2508776 w 2658882"/>
              <a:gd name="connsiteY5-386" fmla="*/ 3728684 h 4094059"/>
              <a:gd name="connsiteX6-387" fmla="*/ 205473 w 2658882"/>
              <a:gd name="connsiteY6-388" fmla="*/ 4091915 h 4094059"/>
              <a:gd name="connsiteX7-389" fmla="*/ 62283 w 2658882"/>
              <a:gd name="connsiteY7-390" fmla="*/ 4051443 h 4094059"/>
              <a:gd name="connsiteX8-391" fmla="*/ 0 w 2658882"/>
              <a:gd name="connsiteY8-392" fmla="*/ 3916281 h 4094059"/>
              <a:gd name="connsiteX9-393" fmla="*/ 0 w 2658882"/>
              <a:gd name="connsiteY9-394" fmla="*/ 177803 h 4094059"/>
              <a:gd name="connsiteX10-395" fmla="*/ 62283 w 2658882"/>
              <a:gd name="connsiteY10-396" fmla="*/ 42612 h 40940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658882" h="4094059">
                <a:moveTo>
                  <a:pt x="62283" y="42612"/>
                </a:moveTo>
                <a:cubicBezTo>
                  <a:pt x="101616" y="8995"/>
                  <a:pt x="154387" y="-5916"/>
                  <a:pt x="205497" y="2144"/>
                </a:cubicBezTo>
                <a:cubicBezTo>
                  <a:pt x="205497" y="2144"/>
                  <a:pt x="2508800" y="365375"/>
                  <a:pt x="2508800" y="365375"/>
                </a:cubicBezTo>
                <a:cubicBezTo>
                  <a:pt x="2599348" y="379655"/>
                  <a:pt x="2658882" y="449336"/>
                  <a:pt x="2658882" y="541004"/>
                </a:cubicBezTo>
                <a:cubicBezTo>
                  <a:pt x="2658882" y="541004"/>
                  <a:pt x="2658882" y="3553052"/>
                  <a:pt x="2658882" y="3553052"/>
                </a:cubicBezTo>
                <a:cubicBezTo>
                  <a:pt x="2658882" y="3644720"/>
                  <a:pt x="2599325" y="3714404"/>
                  <a:pt x="2508776" y="3728684"/>
                </a:cubicBezTo>
                <a:cubicBezTo>
                  <a:pt x="2508776" y="3728684"/>
                  <a:pt x="205473" y="4091915"/>
                  <a:pt x="205473" y="4091915"/>
                </a:cubicBezTo>
                <a:cubicBezTo>
                  <a:pt x="154364" y="4099976"/>
                  <a:pt x="101616" y="4085060"/>
                  <a:pt x="62283" y="4051443"/>
                </a:cubicBezTo>
                <a:cubicBezTo>
                  <a:pt x="22950" y="4017828"/>
                  <a:pt x="0" y="3968024"/>
                  <a:pt x="0" y="3916281"/>
                </a:cubicBezTo>
                <a:cubicBezTo>
                  <a:pt x="0" y="3916282"/>
                  <a:pt x="0" y="177804"/>
                  <a:pt x="0" y="177803"/>
                </a:cubicBezTo>
                <a:cubicBezTo>
                  <a:pt x="0" y="126063"/>
                  <a:pt x="22950" y="76228"/>
                  <a:pt x="62283" y="42612"/>
                </a:cubicBezTo>
                <a:close/>
              </a:path>
            </a:pathLst>
          </a:custGeom>
          <a:gradFill flip="none" rotWithShape="1">
            <a:gsLst>
              <a:gs pos="90000">
                <a:schemeClr val="accent1"/>
              </a:gs>
              <a:gs pos="0">
                <a:schemeClr val="accent1">
                  <a:lumMod val="60000"/>
                  <a:lumOff val="40000"/>
                </a:schemeClr>
              </a:gs>
            </a:gsLst>
            <a:lin ang="10800000" scaled="1"/>
            <a:tileRect/>
          </a:gradFill>
          <a:ln w="9525" cap="flat">
            <a:noFill/>
            <a:prstDash val="solid"/>
            <a:miter/>
          </a:ln>
          <a:effectLst/>
        </p:spPr>
        <p:txBody>
          <a:bodyPr rtlCol="0" anchor="ctr">
            <a:noAutofit/>
          </a:bodyPr>
          <a:lstStyle/>
          <a:p>
            <a:pPr lvl="0" algn="l">
              <a:buClrTx/>
              <a:buSzTx/>
              <a:buFontTx/>
            </a:pPr>
            <a:endParaRPr lang="zh-CN" altLang="en-US">
              <a:sym typeface="+mn-ea"/>
            </a:endParaRPr>
          </a:p>
        </p:txBody>
      </p:sp>
      <p:sp>
        <p:nvSpPr>
          <p:cNvPr id="8" name="文本框 7"/>
          <p:cNvSpPr txBox="1"/>
          <p:nvPr>
            <p:custDataLst>
              <p:tags r:id="rId3"/>
            </p:custDataLst>
          </p:nvPr>
        </p:nvSpPr>
        <p:spPr>
          <a:xfrm>
            <a:off x="1940560" y="2939415"/>
            <a:ext cx="2038985" cy="337820"/>
          </a:xfrm>
          <a:prstGeom prst="rect">
            <a:avLst/>
          </a:prstGeom>
          <a:noFill/>
        </p:spPr>
        <p:txBody>
          <a:bodyPr wrap="square" lIns="0" tIns="0" rIns="0" bIns="0" rtlCol="0" anchor="b" anchorCtr="0">
            <a:noAutofit/>
          </a:bodyPr>
          <a:lstStyle/>
          <a:p>
            <a:pPr algn="ctr"/>
            <a:r>
              <a:rPr lang="zh-CN" altLang="en-US" sz="2000" b="1" dirty="0">
                <a:solidFill>
                  <a:srgbClr val="FFFFFF"/>
                </a:solidFill>
              </a:rPr>
              <a:t>橡胶用炭黑</a:t>
            </a:r>
            <a:endParaRPr lang="zh-CN" altLang="en-US" sz="2000" b="1" dirty="0">
              <a:solidFill>
                <a:srgbClr val="FFFFFF"/>
              </a:solidFill>
            </a:endParaRPr>
          </a:p>
        </p:txBody>
      </p:sp>
      <p:sp>
        <p:nvSpPr>
          <p:cNvPr id="19" name="任意多边形: 形状 15"/>
          <p:cNvSpPr/>
          <p:nvPr>
            <p:custDataLst>
              <p:tags r:id="rId4"/>
            </p:custDataLst>
          </p:nvPr>
        </p:nvSpPr>
        <p:spPr>
          <a:xfrm>
            <a:off x="4844308" y="2090060"/>
            <a:ext cx="2503384" cy="3786260"/>
          </a:xfrm>
          <a:custGeom>
            <a:avLst/>
            <a:gdLst>
              <a:gd name="connsiteX0" fmla="*/ 62283 w 2658882"/>
              <a:gd name="connsiteY0" fmla="*/ 40468 h 4091396"/>
              <a:gd name="connsiteX1" fmla="*/ 205497 w 2658882"/>
              <a:gd name="connsiteY1" fmla="*/ 0 h 4091396"/>
              <a:gd name="connsiteX2" fmla="*/ 2508800 w 2658882"/>
              <a:gd name="connsiteY2" fmla="*/ 363231 h 4091396"/>
              <a:gd name="connsiteX3" fmla="*/ 2658882 w 2658882"/>
              <a:gd name="connsiteY3" fmla="*/ 538860 h 4091396"/>
              <a:gd name="connsiteX4" fmla="*/ 2658882 w 2658882"/>
              <a:gd name="connsiteY4" fmla="*/ 3550908 h 4091396"/>
              <a:gd name="connsiteX5" fmla="*/ 2508776 w 2658882"/>
              <a:gd name="connsiteY5" fmla="*/ 3726540 h 4091396"/>
              <a:gd name="connsiteX6" fmla="*/ 205473 w 2658882"/>
              <a:gd name="connsiteY6" fmla="*/ 4089771 h 4091396"/>
              <a:gd name="connsiteX7" fmla="*/ 62283 w 2658882"/>
              <a:gd name="connsiteY7" fmla="*/ 4049299 h 4091396"/>
              <a:gd name="connsiteX8" fmla="*/ 0 w 2658882"/>
              <a:gd name="connsiteY8" fmla="*/ 3914137 h 4091396"/>
              <a:gd name="connsiteX9" fmla="*/ 0 w 2658882"/>
              <a:gd name="connsiteY9" fmla="*/ 175659 h 4091396"/>
              <a:gd name="connsiteX10" fmla="*/ 62283 w 2658882"/>
              <a:gd name="connsiteY10" fmla="*/ 40468 h 4091396"/>
              <a:gd name="connsiteX0-1" fmla="*/ 62283 w 2658882"/>
              <a:gd name="connsiteY0-2" fmla="*/ 42612 h 4093540"/>
              <a:gd name="connsiteX1-3" fmla="*/ 205497 w 2658882"/>
              <a:gd name="connsiteY1-4" fmla="*/ 2144 h 4093540"/>
              <a:gd name="connsiteX2-5" fmla="*/ 2508800 w 2658882"/>
              <a:gd name="connsiteY2-6" fmla="*/ 365375 h 4093540"/>
              <a:gd name="connsiteX3-7" fmla="*/ 2658882 w 2658882"/>
              <a:gd name="connsiteY3-8" fmla="*/ 541004 h 4093540"/>
              <a:gd name="connsiteX4-9" fmla="*/ 2658882 w 2658882"/>
              <a:gd name="connsiteY4-10" fmla="*/ 3553052 h 4093540"/>
              <a:gd name="connsiteX5-11" fmla="*/ 2508776 w 2658882"/>
              <a:gd name="connsiteY5-12" fmla="*/ 3728684 h 4093540"/>
              <a:gd name="connsiteX6-13" fmla="*/ 205473 w 2658882"/>
              <a:gd name="connsiteY6-14" fmla="*/ 4091915 h 4093540"/>
              <a:gd name="connsiteX7-15" fmla="*/ 62283 w 2658882"/>
              <a:gd name="connsiteY7-16" fmla="*/ 4051443 h 4093540"/>
              <a:gd name="connsiteX8-17" fmla="*/ 0 w 2658882"/>
              <a:gd name="connsiteY8-18" fmla="*/ 3916281 h 4093540"/>
              <a:gd name="connsiteX9-19" fmla="*/ 0 w 2658882"/>
              <a:gd name="connsiteY9-20" fmla="*/ 177803 h 4093540"/>
              <a:gd name="connsiteX10-21" fmla="*/ 62283 w 2658882"/>
              <a:gd name="connsiteY10-22" fmla="*/ 42612 h 4093540"/>
              <a:gd name="connsiteX0-23" fmla="*/ 62283 w 2658882"/>
              <a:gd name="connsiteY0-24" fmla="*/ 42612 h 4093540"/>
              <a:gd name="connsiteX1-25" fmla="*/ 205497 w 2658882"/>
              <a:gd name="connsiteY1-26" fmla="*/ 2144 h 4093540"/>
              <a:gd name="connsiteX2-27" fmla="*/ 2508800 w 2658882"/>
              <a:gd name="connsiteY2-28" fmla="*/ 365375 h 4093540"/>
              <a:gd name="connsiteX3-29" fmla="*/ 2658882 w 2658882"/>
              <a:gd name="connsiteY3-30" fmla="*/ 541004 h 4093540"/>
              <a:gd name="connsiteX4-31" fmla="*/ 2658882 w 2658882"/>
              <a:gd name="connsiteY4-32" fmla="*/ 3553052 h 4093540"/>
              <a:gd name="connsiteX5-33" fmla="*/ 2508776 w 2658882"/>
              <a:gd name="connsiteY5-34" fmla="*/ 3728684 h 4093540"/>
              <a:gd name="connsiteX6-35" fmla="*/ 205473 w 2658882"/>
              <a:gd name="connsiteY6-36" fmla="*/ 4091915 h 4093540"/>
              <a:gd name="connsiteX7-37" fmla="*/ 62283 w 2658882"/>
              <a:gd name="connsiteY7-38" fmla="*/ 4051443 h 4093540"/>
              <a:gd name="connsiteX8-39" fmla="*/ 0 w 2658882"/>
              <a:gd name="connsiteY8-40" fmla="*/ 3916281 h 4093540"/>
              <a:gd name="connsiteX9-41" fmla="*/ 0 w 2658882"/>
              <a:gd name="connsiteY9-42" fmla="*/ 177803 h 4093540"/>
              <a:gd name="connsiteX10-43" fmla="*/ 62283 w 2658882"/>
              <a:gd name="connsiteY10-44" fmla="*/ 42612 h 4093540"/>
              <a:gd name="connsiteX0-45" fmla="*/ 62283 w 2658882"/>
              <a:gd name="connsiteY0-46" fmla="*/ 42612 h 4093540"/>
              <a:gd name="connsiteX1-47" fmla="*/ 205497 w 2658882"/>
              <a:gd name="connsiteY1-48" fmla="*/ 2144 h 4093540"/>
              <a:gd name="connsiteX2-49" fmla="*/ 2508800 w 2658882"/>
              <a:gd name="connsiteY2-50" fmla="*/ 365375 h 4093540"/>
              <a:gd name="connsiteX3-51" fmla="*/ 2658882 w 2658882"/>
              <a:gd name="connsiteY3-52" fmla="*/ 541004 h 4093540"/>
              <a:gd name="connsiteX4-53" fmla="*/ 2658882 w 2658882"/>
              <a:gd name="connsiteY4-54" fmla="*/ 3553052 h 4093540"/>
              <a:gd name="connsiteX5-55" fmla="*/ 2508776 w 2658882"/>
              <a:gd name="connsiteY5-56" fmla="*/ 3728684 h 4093540"/>
              <a:gd name="connsiteX6-57" fmla="*/ 205473 w 2658882"/>
              <a:gd name="connsiteY6-58" fmla="*/ 4091915 h 4093540"/>
              <a:gd name="connsiteX7-59" fmla="*/ 62283 w 2658882"/>
              <a:gd name="connsiteY7-60" fmla="*/ 4051443 h 4093540"/>
              <a:gd name="connsiteX8-61" fmla="*/ 0 w 2658882"/>
              <a:gd name="connsiteY8-62" fmla="*/ 3916281 h 4093540"/>
              <a:gd name="connsiteX9-63" fmla="*/ 0 w 2658882"/>
              <a:gd name="connsiteY9-64" fmla="*/ 177803 h 4093540"/>
              <a:gd name="connsiteX10-65" fmla="*/ 62283 w 2658882"/>
              <a:gd name="connsiteY10-66" fmla="*/ 42612 h 4093540"/>
              <a:gd name="connsiteX0-67" fmla="*/ 62283 w 2658882"/>
              <a:gd name="connsiteY0-68" fmla="*/ 42612 h 4093540"/>
              <a:gd name="connsiteX1-69" fmla="*/ 205497 w 2658882"/>
              <a:gd name="connsiteY1-70" fmla="*/ 2144 h 4093540"/>
              <a:gd name="connsiteX2-71" fmla="*/ 2508800 w 2658882"/>
              <a:gd name="connsiteY2-72" fmla="*/ 365375 h 4093540"/>
              <a:gd name="connsiteX3-73" fmla="*/ 2658882 w 2658882"/>
              <a:gd name="connsiteY3-74" fmla="*/ 541004 h 4093540"/>
              <a:gd name="connsiteX4-75" fmla="*/ 2658882 w 2658882"/>
              <a:gd name="connsiteY4-76" fmla="*/ 3553052 h 4093540"/>
              <a:gd name="connsiteX5-77" fmla="*/ 2508776 w 2658882"/>
              <a:gd name="connsiteY5-78" fmla="*/ 3728684 h 4093540"/>
              <a:gd name="connsiteX6-79" fmla="*/ 205473 w 2658882"/>
              <a:gd name="connsiteY6-80" fmla="*/ 4091915 h 4093540"/>
              <a:gd name="connsiteX7-81" fmla="*/ 62283 w 2658882"/>
              <a:gd name="connsiteY7-82" fmla="*/ 4051443 h 4093540"/>
              <a:gd name="connsiteX8-83" fmla="*/ 0 w 2658882"/>
              <a:gd name="connsiteY8-84" fmla="*/ 3916281 h 4093540"/>
              <a:gd name="connsiteX9-85" fmla="*/ 0 w 2658882"/>
              <a:gd name="connsiteY9-86" fmla="*/ 177803 h 4093540"/>
              <a:gd name="connsiteX10-87" fmla="*/ 62283 w 2658882"/>
              <a:gd name="connsiteY10-88" fmla="*/ 42612 h 4093540"/>
              <a:gd name="connsiteX0-89" fmla="*/ 62283 w 2658882"/>
              <a:gd name="connsiteY0-90" fmla="*/ 42612 h 4093540"/>
              <a:gd name="connsiteX1-91" fmla="*/ 205497 w 2658882"/>
              <a:gd name="connsiteY1-92" fmla="*/ 2144 h 4093540"/>
              <a:gd name="connsiteX2-93" fmla="*/ 2508800 w 2658882"/>
              <a:gd name="connsiteY2-94" fmla="*/ 365375 h 4093540"/>
              <a:gd name="connsiteX3-95" fmla="*/ 2658882 w 2658882"/>
              <a:gd name="connsiteY3-96" fmla="*/ 541004 h 4093540"/>
              <a:gd name="connsiteX4-97" fmla="*/ 2658882 w 2658882"/>
              <a:gd name="connsiteY4-98" fmla="*/ 3553052 h 4093540"/>
              <a:gd name="connsiteX5-99" fmla="*/ 2508776 w 2658882"/>
              <a:gd name="connsiteY5-100" fmla="*/ 3728684 h 4093540"/>
              <a:gd name="connsiteX6-101" fmla="*/ 205473 w 2658882"/>
              <a:gd name="connsiteY6-102" fmla="*/ 4091915 h 4093540"/>
              <a:gd name="connsiteX7-103" fmla="*/ 62283 w 2658882"/>
              <a:gd name="connsiteY7-104" fmla="*/ 4051443 h 4093540"/>
              <a:gd name="connsiteX8-105" fmla="*/ 0 w 2658882"/>
              <a:gd name="connsiteY8-106" fmla="*/ 3916281 h 4093540"/>
              <a:gd name="connsiteX9-107" fmla="*/ 0 w 2658882"/>
              <a:gd name="connsiteY9-108" fmla="*/ 177803 h 4093540"/>
              <a:gd name="connsiteX10-109" fmla="*/ 62283 w 2658882"/>
              <a:gd name="connsiteY10-110" fmla="*/ 42612 h 4093540"/>
              <a:gd name="connsiteX0-111" fmla="*/ 62283 w 2658882"/>
              <a:gd name="connsiteY0-112" fmla="*/ 42612 h 4093540"/>
              <a:gd name="connsiteX1-113" fmla="*/ 205497 w 2658882"/>
              <a:gd name="connsiteY1-114" fmla="*/ 2144 h 4093540"/>
              <a:gd name="connsiteX2-115" fmla="*/ 2508800 w 2658882"/>
              <a:gd name="connsiteY2-116" fmla="*/ 365375 h 4093540"/>
              <a:gd name="connsiteX3-117" fmla="*/ 2658882 w 2658882"/>
              <a:gd name="connsiteY3-118" fmla="*/ 541004 h 4093540"/>
              <a:gd name="connsiteX4-119" fmla="*/ 2658882 w 2658882"/>
              <a:gd name="connsiteY4-120" fmla="*/ 3553052 h 4093540"/>
              <a:gd name="connsiteX5-121" fmla="*/ 2508776 w 2658882"/>
              <a:gd name="connsiteY5-122" fmla="*/ 3728684 h 4093540"/>
              <a:gd name="connsiteX6-123" fmla="*/ 205473 w 2658882"/>
              <a:gd name="connsiteY6-124" fmla="*/ 4091915 h 4093540"/>
              <a:gd name="connsiteX7-125" fmla="*/ 62283 w 2658882"/>
              <a:gd name="connsiteY7-126" fmla="*/ 4051443 h 4093540"/>
              <a:gd name="connsiteX8-127" fmla="*/ 0 w 2658882"/>
              <a:gd name="connsiteY8-128" fmla="*/ 3916281 h 4093540"/>
              <a:gd name="connsiteX9-129" fmla="*/ 0 w 2658882"/>
              <a:gd name="connsiteY9-130" fmla="*/ 177803 h 4093540"/>
              <a:gd name="connsiteX10-131" fmla="*/ 62283 w 2658882"/>
              <a:gd name="connsiteY10-132" fmla="*/ 42612 h 4093540"/>
              <a:gd name="connsiteX0-133" fmla="*/ 62283 w 2658882"/>
              <a:gd name="connsiteY0-134" fmla="*/ 42612 h 4093540"/>
              <a:gd name="connsiteX1-135" fmla="*/ 205497 w 2658882"/>
              <a:gd name="connsiteY1-136" fmla="*/ 2144 h 4093540"/>
              <a:gd name="connsiteX2-137" fmla="*/ 2508800 w 2658882"/>
              <a:gd name="connsiteY2-138" fmla="*/ 365375 h 4093540"/>
              <a:gd name="connsiteX3-139" fmla="*/ 2658882 w 2658882"/>
              <a:gd name="connsiteY3-140" fmla="*/ 541004 h 4093540"/>
              <a:gd name="connsiteX4-141" fmla="*/ 2658882 w 2658882"/>
              <a:gd name="connsiteY4-142" fmla="*/ 3553052 h 4093540"/>
              <a:gd name="connsiteX5-143" fmla="*/ 2508776 w 2658882"/>
              <a:gd name="connsiteY5-144" fmla="*/ 3728684 h 4093540"/>
              <a:gd name="connsiteX6-145" fmla="*/ 205473 w 2658882"/>
              <a:gd name="connsiteY6-146" fmla="*/ 4091915 h 4093540"/>
              <a:gd name="connsiteX7-147" fmla="*/ 62283 w 2658882"/>
              <a:gd name="connsiteY7-148" fmla="*/ 4051443 h 4093540"/>
              <a:gd name="connsiteX8-149" fmla="*/ 0 w 2658882"/>
              <a:gd name="connsiteY8-150" fmla="*/ 3916281 h 4093540"/>
              <a:gd name="connsiteX9-151" fmla="*/ 0 w 2658882"/>
              <a:gd name="connsiteY9-152" fmla="*/ 177803 h 4093540"/>
              <a:gd name="connsiteX10-153" fmla="*/ 62283 w 2658882"/>
              <a:gd name="connsiteY10-154" fmla="*/ 42612 h 4093540"/>
              <a:gd name="connsiteX0-155" fmla="*/ 62283 w 2658882"/>
              <a:gd name="connsiteY0-156" fmla="*/ 42612 h 4093540"/>
              <a:gd name="connsiteX1-157" fmla="*/ 205497 w 2658882"/>
              <a:gd name="connsiteY1-158" fmla="*/ 2144 h 4093540"/>
              <a:gd name="connsiteX2-159" fmla="*/ 2508800 w 2658882"/>
              <a:gd name="connsiteY2-160" fmla="*/ 365375 h 4093540"/>
              <a:gd name="connsiteX3-161" fmla="*/ 2658882 w 2658882"/>
              <a:gd name="connsiteY3-162" fmla="*/ 541004 h 4093540"/>
              <a:gd name="connsiteX4-163" fmla="*/ 2658882 w 2658882"/>
              <a:gd name="connsiteY4-164" fmla="*/ 3553052 h 4093540"/>
              <a:gd name="connsiteX5-165" fmla="*/ 2508776 w 2658882"/>
              <a:gd name="connsiteY5-166" fmla="*/ 3728684 h 4093540"/>
              <a:gd name="connsiteX6-167" fmla="*/ 205473 w 2658882"/>
              <a:gd name="connsiteY6-168" fmla="*/ 4091915 h 4093540"/>
              <a:gd name="connsiteX7-169" fmla="*/ 62283 w 2658882"/>
              <a:gd name="connsiteY7-170" fmla="*/ 4051443 h 4093540"/>
              <a:gd name="connsiteX8-171" fmla="*/ 0 w 2658882"/>
              <a:gd name="connsiteY8-172" fmla="*/ 3916281 h 4093540"/>
              <a:gd name="connsiteX9-173" fmla="*/ 0 w 2658882"/>
              <a:gd name="connsiteY9-174" fmla="*/ 177803 h 4093540"/>
              <a:gd name="connsiteX10-175" fmla="*/ 62283 w 2658882"/>
              <a:gd name="connsiteY10-176" fmla="*/ 42612 h 4093540"/>
              <a:gd name="connsiteX0-177" fmla="*/ 62283 w 2658882"/>
              <a:gd name="connsiteY0-178" fmla="*/ 42612 h 4093540"/>
              <a:gd name="connsiteX1-179" fmla="*/ 205497 w 2658882"/>
              <a:gd name="connsiteY1-180" fmla="*/ 2144 h 4093540"/>
              <a:gd name="connsiteX2-181" fmla="*/ 2508800 w 2658882"/>
              <a:gd name="connsiteY2-182" fmla="*/ 365375 h 4093540"/>
              <a:gd name="connsiteX3-183" fmla="*/ 2658882 w 2658882"/>
              <a:gd name="connsiteY3-184" fmla="*/ 541004 h 4093540"/>
              <a:gd name="connsiteX4-185" fmla="*/ 2658882 w 2658882"/>
              <a:gd name="connsiteY4-186" fmla="*/ 3553052 h 4093540"/>
              <a:gd name="connsiteX5-187" fmla="*/ 2508776 w 2658882"/>
              <a:gd name="connsiteY5-188" fmla="*/ 3728684 h 4093540"/>
              <a:gd name="connsiteX6-189" fmla="*/ 205473 w 2658882"/>
              <a:gd name="connsiteY6-190" fmla="*/ 4091915 h 4093540"/>
              <a:gd name="connsiteX7-191" fmla="*/ 62283 w 2658882"/>
              <a:gd name="connsiteY7-192" fmla="*/ 4051443 h 4093540"/>
              <a:gd name="connsiteX8-193" fmla="*/ 0 w 2658882"/>
              <a:gd name="connsiteY8-194" fmla="*/ 3916281 h 4093540"/>
              <a:gd name="connsiteX9-195" fmla="*/ 0 w 2658882"/>
              <a:gd name="connsiteY9-196" fmla="*/ 177803 h 4093540"/>
              <a:gd name="connsiteX10-197" fmla="*/ 62283 w 2658882"/>
              <a:gd name="connsiteY10-198" fmla="*/ 42612 h 4093540"/>
              <a:gd name="connsiteX0-199" fmla="*/ 62283 w 2658882"/>
              <a:gd name="connsiteY0-200" fmla="*/ 42612 h 4092044"/>
              <a:gd name="connsiteX1-201" fmla="*/ 205497 w 2658882"/>
              <a:gd name="connsiteY1-202" fmla="*/ 2144 h 4092044"/>
              <a:gd name="connsiteX2-203" fmla="*/ 2508800 w 2658882"/>
              <a:gd name="connsiteY2-204" fmla="*/ 365375 h 4092044"/>
              <a:gd name="connsiteX3-205" fmla="*/ 2658882 w 2658882"/>
              <a:gd name="connsiteY3-206" fmla="*/ 541004 h 4092044"/>
              <a:gd name="connsiteX4-207" fmla="*/ 2658882 w 2658882"/>
              <a:gd name="connsiteY4-208" fmla="*/ 3553052 h 4092044"/>
              <a:gd name="connsiteX5-209" fmla="*/ 2508776 w 2658882"/>
              <a:gd name="connsiteY5-210" fmla="*/ 3728684 h 4092044"/>
              <a:gd name="connsiteX6-211" fmla="*/ 205473 w 2658882"/>
              <a:gd name="connsiteY6-212" fmla="*/ 4091915 h 4092044"/>
              <a:gd name="connsiteX7-213" fmla="*/ 62283 w 2658882"/>
              <a:gd name="connsiteY7-214" fmla="*/ 4051443 h 4092044"/>
              <a:gd name="connsiteX8-215" fmla="*/ 0 w 2658882"/>
              <a:gd name="connsiteY8-216" fmla="*/ 3916281 h 4092044"/>
              <a:gd name="connsiteX9-217" fmla="*/ 0 w 2658882"/>
              <a:gd name="connsiteY9-218" fmla="*/ 177803 h 4092044"/>
              <a:gd name="connsiteX10-219" fmla="*/ 62283 w 2658882"/>
              <a:gd name="connsiteY10-220" fmla="*/ 42612 h 4092044"/>
              <a:gd name="connsiteX0-221" fmla="*/ 62283 w 2658882"/>
              <a:gd name="connsiteY0-222" fmla="*/ 42612 h 4091915"/>
              <a:gd name="connsiteX1-223" fmla="*/ 205497 w 2658882"/>
              <a:gd name="connsiteY1-224" fmla="*/ 2144 h 4091915"/>
              <a:gd name="connsiteX2-225" fmla="*/ 2508800 w 2658882"/>
              <a:gd name="connsiteY2-226" fmla="*/ 365375 h 4091915"/>
              <a:gd name="connsiteX3-227" fmla="*/ 2658882 w 2658882"/>
              <a:gd name="connsiteY3-228" fmla="*/ 541004 h 4091915"/>
              <a:gd name="connsiteX4-229" fmla="*/ 2658882 w 2658882"/>
              <a:gd name="connsiteY4-230" fmla="*/ 3553052 h 4091915"/>
              <a:gd name="connsiteX5-231" fmla="*/ 2508776 w 2658882"/>
              <a:gd name="connsiteY5-232" fmla="*/ 3728684 h 4091915"/>
              <a:gd name="connsiteX6-233" fmla="*/ 205473 w 2658882"/>
              <a:gd name="connsiteY6-234" fmla="*/ 4091915 h 4091915"/>
              <a:gd name="connsiteX7-235" fmla="*/ 62283 w 2658882"/>
              <a:gd name="connsiteY7-236" fmla="*/ 4051443 h 4091915"/>
              <a:gd name="connsiteX8-237" fmla="*/ 0 w 2658882"/>
              <a:gd name="connsiteY8-238" fmla="*/ 3916281 h 4091915"/>
              <a:gd name="connsiteX9-239" fmla="*/ 0 w 2658882"/>
              <a:gd name="connsiteY9-240" fmla="*/ 177803 h 4091915"/>
              <a:gd name="connsiteX10-241" fmla="*/ 62283 w 2658882"/>
              <a:gd name="connsiteY10-242" fmla="*/ 42612 h 4091915"/>
              <a:gd name="connsiteX0-243" fmla="*/ 62283 w 2658882"/>
              <a:gd name="connsiteY0-244" fmla="*/ 42612 h 4092475"/>
              <a:gd name="connsiteX1-245" fmla="*/ 205497 w 2658882"/>
              <a:gd name="connsiteY1-246" fmla="*/ 2144 h 4092475"/>
              <a:gd name="connsiteX2-247" fmla="*/ 2508800 w 2658882"/>
              <a:gd name="connsiteY2-248" fmla="*/ 365375 h 4092475"/>
              <a:gd name="connsiteX3-249" fmla="*/ 2658882 w 2658882"/>
              <a:gd name="connsiteY3-250" fmla="*/ 541004 h 4092475"/>
              <a:gd name="connsiteX4-251" fmla="*/ 2658882 w 2658882"/>
              <a:gd name="connsiteY4-252" fmla="*/ 3553052 h 4092475"/>
              <a:gd name="connsiteX5-253" fmla="*/ 2508776 w 2658882"/>
              <a:gd name="connsiteY5-254" fmla="*/ 3728684 h 4092475"/>
              <a:gd name="connsiteX6-255" fmla="*/ 205473 w 2658882"/>
              <a:gd name="connsiteY6-256" fmla="*/ 4091915 h 4092475"/>
              <a:gd name="connsiteX7-257" fmla="*/ 62283 w 2658882"/>
              <a:gd name="connsiteY7-258" fmla="*/ 4051443 h 4092475"/>
              <a:gd name="connsiteX8-259" fmla="*/ 0 w 2658882"/>
              <a:gd name="connsiteY8-260" fmla="*/ 3916281 h 4092475"/>
              <a:gd name="connsiteX9-261" fmla="*/ 0 w 2658882"/>
              <a:gd name="connsiteY9-262" fmla="*/ 177803 h 4092475"/>
              <a:gd name="connsiteX10-263" fmla="*/ 62283 w 2658882"/>
              <a:gd name="connsiteY10-264" fmla="*/ 42612 h 4092475"/>
              <a:gd name="connsiteX0-265" fmla="*/ 62283 w 2658882"/>
              <a:gd name="connsiteY0-266" fmla="*/ 42612 h 4094059"/>
              <a:gd name="connsiteX1-267" fmla="*/ 205497 w 2658882"/>
              <a:gd name="connsiteY1-268" fmla="*/ 2144 h 4094059"/>
              <a:gd name="connsiteX2-269" fmla="*/ 2508800 w 2658882"/>
              <a:gd name="connsiteY2-270" fmla="*/ 365375 h 4094059"/>
              <a:gd name="connsiteX3-271" fmla="*/ 2658882 w 2658882"/>
              <a:gd name="connsiteY3-272" fmla="*/ 541004 h 4094059"/>
              <a:gd name="connsiteX4-273" fmla="*/ 2658882 w 2658882"/>
              <a:gd name="connsiteY4-274" fmla="*/ 3553052 h 4094059"/>
              <a:gd name="connsiteX5-275" fmla="*/ 2508776 w 2658882"/>
              <a:gd name="connsiteY5-276" fmla="*/ 3728684 h 4094059"/>
              <a:gd name="connsiteX6-277" fmla="*/ 205473 w 2658882"/>
              <a:gd name="connsiteY6-278" fmla="*/ 4091915 h 4094059"/>
              <a:gd name="connsiteX7-279" fmla="*/ 62283 w 2658882"/>
              <a:gd name="connsiteY7-280" fmla="*/ 4051443 h 4094059"/>
              <a:gd name="connsiteX8-281" fmla="*/ 0 w 2658882"/>
              <a:gd name="connsiteY8-282" fmla="*/ 3916281 h 4094059"/>
              <a:gd name="connsiteX9-283" fmla="*/ 0 w 2658882"/>
              <a:gd name="connsiteY9-284" fmla="*/ 177803 h 4094059"/>
              <a:gd name="connsiteX10-285" fmla="*/ 62283 w 2658882"/>
              <a:gd name="connsiteY10-286" fmla="*/ 42612 h 4094059"/>
              <a:gd name="connsiteX0-287" fmla="*/ 62283 w 2658882"/>
              <a:gd name="connsiteY0-288" fmla="*/ 42612 h 4094059"/>
              <a:gd name="connsiteX1-289" fmla="*/ 205497 w 2658882"/>
              <a:gd name="connsiteY1-290" fmla="*/ 2144 h 4094059"/>
              <a:gd name="connsiteX2-291" fmla="*/ 2508800 w 2658882"/>
              <a:gd name="connsiteY2-292" fmla="*/ 365375 h 4094059"/>
              <a:gd name="connsiteX3-293" fmla="*/ 2658882 w 2658882"/>
              <a:gd name="connsiteY3-294" fmla="*/ 541004 h 4094059"/>
              <a:gd name="connsiteX4-295" fmla="*/ 2658882 w 2658882"/>
              <a:gd name="connsiteY4-296" fmla="*/ 3553052 h 4094059"/>
              <a:gd name="connsiteX5-297" fmla="*/ 2508776 w 2658882"/>
              <a:gd name="connsiteY5-298" fmla="*/ 3728684 h 4094059"/>
              <a:gd name="connsiteX6-299" fmla="*/ 205473 w 2658882"/>
              <a:gd name="connsiteY6-300" fmla="*/ 4091915 h 4094059"/>
              <a:gd name="connsiteX7-301" fmla="*/ 62283 w 2658882"/>
              <a:gd name="connsiteY7-302" fmla="*/ 4051443 h 4094059"/>
              <a:gd name="connsiteX8-303" fmla="*/ 0 w 2658882"/>
              <a:gd name="connsiteY8-304" fmla="*/ 3916281 h 4094059"/>
              <a:gd name="connsiteX9-305" fmla="*/ 0 w 2658882"/>
              <a:gd name="connsiteY9-306" fmla="*/ 177803 h 4094059"/>
              <a:gd name="connsiteX10-307" fmla="*/ 62283 w 2658882"/>
              <a:gd name="connsiteY10-308" fmla="*/ 42612 h 4094059"/>
              <a:gd name="connsiteX0-309" fmla="*/ 62283 w 2658882"/>
              <a:gd name="connsiteY0-310" fmla="*/ 42612 h 4094059"/>
              <a:gd name="connsiteX1-311" fmla="*/ 205497 w 2658882"/>
              <a:gd name="connsiteY1-312" fmla="*/ 2144 h 4094059"/>
              <a:gd name="connsiteX2-313" fmla="*/ 2508800 w 2658882"/>
              <a:gd name="connsiteY2-314" fmla="*/ 365375 h 4094059"/>
              <a:gd name="connsiteX3-315" fmla="*/ 2658882 w 2658882"/>
              <a:gd name="connsiteY3-316" fmla="*/ 541004 h 4094059"/>
              <a:gd name="connsiteX4-317" fmla="*/ 2658882 w 2658882"/>
              <a:gd name="connsiteY4-318" fmla="*/ 3553052 h 4094059"/>
              <a:gd name="connsiteX5-319" fmla="*/ 2508776 w 2658882"/>
              <a:gd name="connsiteY5-320" fmla="*/ 3728684 h 4094059"/>
              <a:gd name="connsiteX6-321" fmla="*/ 205473 w 2658882"/>
              <a:gd name="connsiteY6-322" fmla="*/ 4091915 h 4094059"/>
              <a:gd name="connsiteX7-323" fmla="*/ 62283 w 2658882"/>
              <a:gd name="connsiteY7-324" fmla="*/ 4051443 h 4094059"/>
              <a:gd name="connsiteX8-325" fmla="*/ 0 w 2658882"/>
              <a:gd name="connsiteY8-326" fmla="*/ 3916281 h 4094059"/>
              <a:gd name="connsiteX9-327" fmla="*/ 0 w 2658882"/>
              <a:gd name="connsiteY9-328" fmla="*/ 177803 h 4094059"/>
              <a:gd name="connsiteX10-329" fmla="*/ 62283 w 2658882"/>
              <a:gd name="connsiteY10-330" fmla="*/ 42612 h 4094059"/>
              <a:gd name="connsiteX0-331" fmla="*/ 62283 w 2658882"/>
              <a:gd name="connsiteY0-332" fmla="*/ 42612 h 4094059"/>
              <a:gd name="connsiteX1-333" fmla="*/ 205497 w 2658882"/>
              <a:gd name="connsiteY1-334" fmla="*/ 2144 h 4094059"/>
              <a:gd name="connsiteX2-335" fmla="*/ 2508800 w 2658882"/>
              <a:gd name="connsiteY2-336" fmla="*/ 365375 h 4094059"/>
              <a:gd name="connsiteX3-337" fmla="*/ 2658882 w 2658882"/>
              <a:gd name="connsiteY3-338" fmla="*/ 541004 h 4094059"/>
              <a:gd name="connsiteX4-339" fmla="*/ 2658882 w 2658882"/>
              <a:gd name="connsiteY4-340" fmla="*/ 3553052 h 4094059"/>
              <a:gd name="connsiteX5-341" fmla="*/ 2508776 w 2658882"/>
              <a:gd name="connsiteY5-342" fmla="*/ 3728684 h 4094059"/>
              <a:gd name="connsiteX6-343" fmla="*/ 205473 w 2658882"/>
              <a:gd name="connsiteY6-344" fmla="*/ 4091915 h 4094059"/>
              <a:gd name="connsiteX7-345" fmla="*/ 62283 w 2658882"/>
              <a:gd name="connsiteY7-346" fmla="*/ 4051443 h 4094059"/>
              <a:gd name="connsiteX8-347" fmla="*/ 0 w 2658882"/>
              <a:gd name="connsiteY8-348" fmla="*/ 3916281 h 4094059"/>
              <a:gd name="connsiteX9-349" fmla="*/ 0 w 2658882"/>
              <a:gd name="connsiteY9-350" fmla="*/ 177803 h 4094059"/>
              <a:gd name="connsiteX10-351" fmla="*/ 62283 w 2658882"/>
              <a:gd name="connsiteY10-352" fmla="*/ 42612 h 4094059"/>
              <a:gd name="connsiteX0-353" fmla="*/ 62283 w 2658882"/>
              <a:gd name="connsiteY0-354" fmla="*/ 42612 h 4094059"/>
              <a:gd name="connsiteX1-355" fmla="*/ 205497 w 2658882"/>
              <a:gd name="connsiteY1-356" fmla="*/ 2144 h 4094059"/>
              <a:gd name="connsiteX2-357" fmla="*/ 2508800 w 2658882"/>
              <a:gd name="connsiteY2-358" fmla="*/ 365375 h 4094059"/>
              <a:gd name="connsiteX3-359" fmla="*/ 2658882 w 2658882"/>
              <a:gd name="connsiteY3-360" fmla="*/ 541004 h 4094059"/>
              <a:gd name="connsiteX4-361" fmla="*/ 2658882 w 2658882"/>
              <a:gd name="connsiteY4-362" fmla="*/ 3553052 h 4094059"/>
              <a:gd name="connsiteX5-363" fmla="*/ 2508776 w 2658882"/>
              <a:gd name="connsiteY5-364" fmla="*/ 3728684 h 4094059"/>
              <a:gd name="connsiteX6-365" fmla="*/ 205473 w 2658882"/>
              <a:gd name="connsiteY6-366" fmla="*/ 4091915 h 4094059"/>
              <a:gd name="connsiteX7-367" fmla="*/ 62283 w 2658882"/>
              <a:gd name="connsiteY7-368" fmla="*/ 4051443 h 4094059"/>
              <a:gd name="connsiteX8-369" fmla="*/ 0 w 2658882"/>
              <a:gd name="connsiteY8-370" fmla="*/ 3916281 h 4094059"/>
              <a:gd name="connsiteX9-371" fmla="*/ 0 w 2658882"/>
              <a:gd name="connsiteY9-372" fmla="*/ 177803 h 4094059"/>
              <a:gd name="connsiteX10-373" fmla="*/ 62283 w 2658882"/>
              <a:gd name="connsiteY10-374" fmla="*/ 42612 h 4094059"/>
              <a:gd name="connsiteX0-375" fmla="*/ 62283 w 2658882"/>
              <a:gd name="connsiteY0-376" fmla="*/ 42612 h 4094059"/>
              <a:gd name="connsiteX1-377" fmla="*/ 205497 w 2658882"/>
              <a:gd name="connsiteY1-378" fmla="*/ 2144 h 4094059"/>
              <a:gd name="connsiteX2-379" fmla="*/ 2508800 w 2658882"/>
              <a:gd name="connsiteY2-380" fmla="*/ 365375 h 4094059"/>
              <a:gd name="connsiteX3-381" fmla="*/ 2658882 w 2658882"/>
              <a:gd name="connsiteY3-382" fmla="*/ 541004 h 4094059"/>
              <a:gd name="connsiteX4-383" fmla="*/ 2658882 w 2658882"/>
              <a:gd name="connsiteY4-384" fmla="*/ 3553052 h 4094059"/>
              <a:gd name="connsiteX5-385" fmla="*/ 2508776 w 2658882"/>
              <a:gd name="connsiteY5-386" fmla="*/ 3728684 h 4094059"/>
              <a:gd name="connsiteX6-387" fmla="*/ 205473 w 2658882"/>
              <a:gd name="connsiteY6-388" fmla="*/ 4091915 h 4094059"/>
              <a:gd name="connsiteX7-389" fmla="*/ 62283 w 2658882"/>
              <a:gd name="connsiteY7-390" fmla="*/ 4051443 h 4094059"/>
              <a:gd name="connsiteX8-391" fmla="*/ 0 w 2658882"/>
              <a:gd name="connsiteY8-392" fmla="*/ 3916281 h 4094059"/>
              <a:gd name="connsiteX9-393" fmla="*/ 0 w 2658882"/>
              <a:gd name="connsiteY9-394" fmla="*/ 177803 h 4094059"/>
              <a:gd name="connsiteX10-395" fmla="*/ 62283 w 2658882"/>
              <a:gd name="connsiteY10-396" fmla="*/ 42612 h 40940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658882" h="4094059">
                <a:moveTo>
                  <a:pt x="62283" y="42612"/>
                </a:moveTo>
                <a:cubicBezTo>
                  <a:pt x="101616" y="8995"/>
                  <a:pt x="154387" y="-5916"/>
                  <a:pt x="205497" y="2144"/>
                </a:cubicBezTo>
                <a:cubicBezTo>
                  <a:pt x="205497" y="2144"/>
                  <a:pt x="2508800" y="365375"/>
                  <a:pt x="2508800" y="365375"/>
                </a:cubicBezTo>
                <a:cubicBezTo>
                  <a:pt x="2599348" y="379655"/>
                  <a:pt x="2658882" y="449336"/>
                  <a:pt x="2658882" y="541004"/>
                </a:cubicBezTo>
                <a:cubicBezTo>
                  <a:pt x="2658882" y="541004"/>
                  <a:pt x="2658882" y="3553052"/>
                  <a:pt x="2658882" y="3553052"/>
                </a:cubicBezTo>
                <a:cubicBezTo>
                  <a:pt x="2658882" y="3644720"/>
                  <a:pt x="2599325" y="3714404"/>
                  <a:pt x="2508776" y="3728684"/>
                </a:cubicBezTo>
                <a:cubicBezTo>
                  <a:pt x="2508776" y="3728684"/>
                  <a:pt x="205473" y="4091915"/>
                  <a:pt x="205473" y="4091915"/>
                </a:cubicBezTo>
                <a:cubicBezTo>
                  <a:pt x="154364" y="4099976"/>
                  <a:pt x="101616" y="4085060"/>
                  <a:pt x="62283" y="4051443"/>
                </a:cubicBezTo>
                <a:cubicBezTo>
                  <a:pt x="22950" y="4017828"/>
                  <a:pt x="0" y="3968024"/>
                  <a:pt x="0" y="3916281"/>
                </a:cubicBezTo>
                <a:cubicBezTo>
                  <a:pt x="0" y="3916282"/>
                  <a:pt x="0" y="177804"/>
                  <a:pt x="0" y="177803"/>
                </a:cubicBezTo>
                <a:cubicBezTo>
                  <a:pt x="0" y="126063"/>
                  <a:pt x="22950" y="76228"/>
                  <a:pt x="62283" y="42612"/>
                </a:cubicBezTo>
                <a:close/>
              </a:path>
            </a:pathLst>
          </a:custGeom>
          <a:gradFill flip="none" rotWithShape="1">
            <a:gsLst>
              <a:gs pos="90000">
                <a:schemeClr val="accent2"/>
              </a:gs>
              <a:gs pos="0">
                <a:schemeClr val="accent2">
                  <a:lumMod val="60000"/>
                  <a:lumOff val="40000"/>
                </a:schemeClr>
              </a:gs>
            </a:gsLst>
            <a:lin ang="10800000" scaled="1"/>
            <a:tileRect/>
          </a:gra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accent2"/>
              </a:solidFill>
              <a:sym typeface="+mn-ea"/>
            </a:endParaRPr>
          </a:p>
        </p:txBody>
      </p:sp>
      <p:sp>
        <p:nvSpPr>
          <p:cNvPr id="20" name="文本框 19"/>
          <p:cNvSpPr txBox="1"/>
          <p:nvPr>
            <p:custDataLst>
              <p:tags r:id="rId5"/>
            </p:custDataLst>
          </p:nvPr>
        </p:nvSpPr>
        <p:spPr>
          <a:xfrm>
            <a:off x="5099685" y="2658745"/>
            <a:ext cx="2038985" cy="337820"/>
          </a:xfrm>
          <a:prstGeom prst="rect">
            <a:avLst/>
          </a:prstGeom>
          <a:noFill/>
        </p:spPr>
        <p:txBody>
          <a:bodyPr wrap="square" lIns="0" tIns="0" rIns="0" bIns="0" rtlCol="0" anchor="b" anchorCtr="0">
            <a:noAutofit/>
          </a:bodyPr>
          <a:lstStyle/>
          <a:p>
            <a:pPr algn="ctr"/>
            <a:r>
              <a:rPr lang="zh-CN" altLang="en-US" sz="2000" b="1" dirty="0">
                <a:solidFill>
                  <a:srgbClr val="FFFFFF"/>
                </a:solidFill>
              </a:rPr>
              <a:t>色素炭黑</a:t>
            </a:r>
            <a:endParaRPr lang="zh-CN" altLang="en-US" sz="2000" b="1" dirty="0">
              <a:solidFill>
                <a:srgbClr val="FFFFFF"/>
              </a:solidFill>
            </a:endParaRPr>
          </a:p>
        </p:txBody>
      </p:sp>
      <p:sp>
        <p:nvSpPr>
          <p:cNvPr id="23" name="任意多边形: 形状 15"/>
          <p:cNvSpPr/>
          <p:nvPr>
            <p:custDataLst>
              <p:tags r:id="rId6"/>
            </p:custDataLst>
          </p:nvPr>
        </p:nvSpPr>
        <p:spPr>
          <a:xfrm>
            <a:off x="8003433" y="2090060"/>
            <a:ext cx="2503384" cy="3786260"/>
          </a:xfrm>
          <a:custGeom>
            <a:avLst/>
            <a:gdLst>
              <a:gd name="connsiteX0" fmla="*/ 62283 w 2658882"/>
              <a:gd name="connsiteY0" fmla="*/ 40468 h 4091396"/>
              <a:gd name="connsiteX1" fmla="*/ 205497 w 2658882"/>
              <a:gd name="connsiteY1" fmla="*/ 0 h 4091396"/>
              <a:gd name="connsiteX2" fmla="*/ 2508800 w 2658882"/>
              <a:gd name="connsiteY2" fmla="*/ 363231 h 4091396"/>
              <a:gd name="connsiteX3" fmla="*/ 2658882 w 2658882"/>
              <a:gd name="connsiteY3" fmla="*/ 538860 h 4091396"/>
              <a:gd name="connsiteX4" fmla="*/ 2658882 w 2658882"/>
              <a:gd name="connsiteY4" fmla="*/ 3550908 h 4091396"/>
              <a:gd name="connsiteX5" fmla="*/ 2508776 w 2658882"/>
              <a:gd name="connsiteY5" fmla="*/ 3726540 h 4091396"/>
              <a:gd name="connsiteX6" fmla="*/ 205473 w 2658882"/>
              <a:gd name="connsiteY6" fmla="*/ 4089771 h 4091396"/>
              <a:gd name="connsiteX7" fmla="*/ 62283 w 2658882"/>
              <a:gd name="connsiteY7" fmla="*/ 4049299 h 4091396"/>
              <a:gd name="connsiteX8" fmla="*/ 0 w 2658882"/>
              <a:gd name="connsiteY8" fmla="*/ 3914137 h 4091396"/>
              <a:gd name="connsiteX9" fmla="*/ 0 w 2658882"/>
              <a:gd name="connsiteY9" fmla="*/ 175659 h 4091396"/>
              <a:gd name="connsiteX10" fmla="*/ 62283 w 2658882"/>
              <a:gd name="connsiteY10" fmla="*/ 40468 h 4091396"/>
              <a:gd name="connsiteX0-1" fmla="*/ 62283 w 2658882"/>
              <a:gd name="connsiteY0-2" fmla="*/ 42612 h 4093540"/>
              <a:gd name="connsiteX1-3" fmla="*/ 205497 w 2658882"/>
              <a:gd name="connsiteY1-4" fmla="*/ 2144 h 4093540"/>
              <a:gd name="connsiteX2-5" fmla="*/ 2508800 w 2658882"/>
              <a:gd name="connsiteY2-6" fmla="*/ 365375 h 4093540"/>
              <a:gd name="connsiteX3-7" fmla="*/ 2658882 w 2658882"/>
              <a:gd name="connsiteY3-8" fmla="*/ 541004 h 4093540"/>
              <a:gd name="connsiteX4-9" fmla="*/ 2658882 w 2658882"/>
              <a:gd name="connsiteY4-10" fmla="*/ 3553052 h 4093540"/>
              <a:gd name="connsiteX5-11" fmla="*/ 2508776 w 2658882"/>
              <a:gd name="connsiteY5-12" fmla="*/ 3728684 h 4093540"/>
              <a:gd name="connsiteX6-13" fmla="*/ 205473 w 2658882"/>
              <a:gd name="connsiteY6-14" fmla="*/ 4091915 h 4093540"/>
              <a:gd name="connsiteX7-15" fmla="*/ 62283 w 2658882"/>
              <a:gd name="connsiteY7-16" fmla="*/ 4051443 h 4093540"/>
              <a:gd name="connsiteX8-17" fmla="*/ 0 w 2658882"/>
              <a:gd name="connsiteY8-18" fmla="*/ 3916281 h 4093540"/>
              <a:gd name="connsiteX9-19" fmla="*/ 0 w 2658882"/>
              <a:gd name="connsiteY9-20" fmla="*/ 177803 h 4093540"/>
              <a:gd name="connsiteX10-21" fmla="*/ 62283 w 2658882"/>
              <a:gd name="connsiteY10-22" fmla="*/ 42612 h 4093540"/>
              <a:gd name="connsiteX0-23" fmla="*/ 62283 w 2658882"/>
              <a:gd name="connsiteY0-24" fmla="*/ 42612 h 4093540"/>
              <a:gd name="connsiteX1-25" fmla="*/ 205497 w 2658882"/>
              <a:gd name="connsiteY1-26" fmla="*/ 2144 h 4093540"/>
              <a:gd name="connsiteX2-27" fmla="*/ 2508800 w 2658882"/>
              <a:gd name="connsiteY2-28" fmla="*/ 365375 h 4093540"/>
              <a:gd name="connsiteX3-29" fmla="*/ 2658882 w 2658882"/>
              <a:gd name="connsiteY3-30" fmla="*/ 541004 h 4093540"/>
              <a:gd name="connsiteX4-31" fmla="*/ 2658882 w 2658882"/>
              <a:gd name="connsiteY4-32" fmla="*/ 3553052 h 4093540"/>
              <a:gd name="connsiteX5-33" fmla="*/ 2508776 w 2658882"/>
              <a:gd name="connsiteY5-34" fmla="*/ 3728684 h 4093540"/>
              <a:gd name="connsiteX6-35" fmla="*/ 205473 w 2658882"/>
              <a:gd name="connsiteY6-36" fmla="*/ 4091915 h 4093540"/>
              <a:gd name="connsiteX7-37" fmla="*/ 62283 w 2658882"/>
              <a:gd name="connsiteY7-38" fmla="*/ 4051443 h 4093540"/>
              <a:gd name="connsiteX8-39" fmla="*/ 0 w 2658882"/>
              <a:gd name="connsiteY8-40" fmla="*/ 3916281 h 4093540"/>
              <a:gd name="connsiteX9-41" fmla="*/ 0 w 2658882"/>
              <a:gd name="connsiteY9-42" fmla="*/ 177803 h 4093540"/>
              <a:gd name="connsiteX10-43" fmla="*/ 62283 w 2658882"/>
              <a:gd name="connsiteY10-44" fmla="*/ 42612 h 4093540"/>
              <a:gd name="connsiteX0-45" fmla="*/ 62283 w 2658882"/>
              <a:gd name="connsiteY0-46" fmla="*/ 42612 h 4093540"/>
              <a:gd name="connsiteX1-47" fmla="*/ 205497 w 2658882"/>
              <a:gd name="connsiteY1-48" fmla="*/ 2144 h 4093540"/>
              <a:gd name="connsiteX2-49" fmla="*/ 2508800 w 2658882"/>
              <a:gd name="connsiteY2-50" fmla="*/ 365375 h 4093540"/>
              <a:gd name="connsiteX3-51" fmla="*/ 2658882 w 2658882"/>
              <a:gd name="connsiteY3-52" fmla="*/ 541004 h 4093540"/>
              <a:gd name="connsiteX4-53" fmla="*/ 2658882 w 2658882"/>
              <a:gd name="connsiteY4-54" fmla="*/ 3553052 h 4093540"/>
              <a:gd name="connsiteX5-55" fmla="*/ 2508776 w 2658882"/>
              <a:gd name="connsiteY5-56" fmla="*/ 3728684 h 4093540"/>
              <a:gd name="connsiteX6-57" fmla="*/ 205473 w 2658882"/>
              <a:gd name="connsiteY6-58" fmla="*/ 4091915 h 4093540"/>
              <a:gd name="connsiteX7-59" fmla="*/ 62283 w 2658882"/>
              <a:gd name="connsiteY7-60" fmla="*/ 4051443 h 4093540"/>
              <a:gd name="connsiteX8-61" fmla="*/ 0 w 2658882"/>
              <a:gd name="connsiteY8-62" fmla="*/ 3916281 h 4093540"/>
              <a:gd name="connsiteX9-63" fmla="*/ 0 w 2658882"/>
              <a:gd name="connsiteY9-64" fmla="*/ 177803 h 4093540"/>
              <a:gd name="connsiteX10-65" fmla="*/ 62283 w 2658882"/>
              <a:gd name="connsiteY10-66" fmla="*/ 42612 h 4093540"/>
              <a:gd name="connsiteX0-67" fmla="*/ 62283 w 2658882"/>
              <a:gd name="connsiteY0-68" fmla="*/ 42612 h 4093540"/>
              <a:gd name="connsiteX1-69" fmla="*/ 205497 w 2658882"/>
              <a:gd name="connsiteY1-70" fmla="*/ 2144 h 4093540"/>
              <a:gd name="connsiteX2-71" fmla="*/ 2508800 w 2658882"/>
              <a:gd name="connsiteY2-72" fmla="*/ 365375 h 4093540"/>
              <a:gd name="connsiteX3-73" fmla="*/ 2658882 w 2658882"/>
              <a:gd name="connsiteY3-74" fmla="*/ 541004 h 4093540"/>
              <a:gd name="connsiteX4-75" fmla="*/ 2658882 w 2658882"/>
              <a:gd name="connsiteY4-76" fmla="*/ 3553052 h 4093540"/>
              <a:gd name="connsiteX5-77" fmla="*/ 2508776 w 2658882"/>
              <a:gd name="connsiteY5-78" fmla="*/ 3728684 h 4093540"/>
              <a:gd name="connsiteX6-79" fmla="*/ 205473 w 2658882"/>
              <a:gd name="connsiteY6-80" fmla="*/ 4091915 h 4093540"/>
              <a:gd name="connsiteX7-81" fmla="*/ 62283 w 2658882"/>
              <a:gd name="connsiteY7-82" fmla="*/ 4051443 h 4093540"/>
              <a:gd name="connsiteX8-83" fmla="*/ 0 w 2658882"/>
              <a:gd name="connsiteY8-84" fmla="*/ 3916281 h 4093540"/>
              <a:gd name="connsiteX9-85" fmla="*/ 0 w 2658882"/>
              <a:gd name="connsiteY9-86" fmla="*/ 177803 h 4093540"/>
              <a:gd name="connsiteX10-87" fmla="*/ 62283 w 2658882"/>
              <a:gd name="connsiteY10-88" fmla="*/ 42612 h 4093540"/>
              <a:gd name="connsiteX0-89" fmla="*/ 62283 w 2658882"/>
              <a:gd name="connsiteY0-90" fmla="*/ 42612 h 4093540"/>
              <a:gd name="connsiteX1-91" fmla="*/ 205497 w 2658882"/>
              <a:gd name="connsiteY1-92" fmla="*/ 2144 h 4093540"/>
              <a:gd name="connsiteX2-93" fmla="*/ 2508800 w 2658882"/>
              <a:gd name="connsiteY2-94" fmla="*/ 365375 h 4093540"/>
              <a:gd name="connsiteX3-95" fmla="*/ 2658882 w 2658882"/>
              <a:gd name="connsiteY3-96" fmla="*/ 541004 h 4093540"/>
              <a:gd name="connsiteX4-97" fmla="*/ 2658882 w 2658882"/>
              <a:gd name="connsiteY4-98" fmla="*/ 3553052 h 4093540"/>
              <a:gd name="connsiteX5-99" fmla="*/ 2508776 w 2658882"/>
              <a:gd name="connsiteY5-100" fmla="*/ 3728684 h 4093540"/>
              <a:gd name="connsiteX6-101" fmla="*/ 205473 w 2658882"/>
              <a:gd name="connsiteY6-102" fmla="*/ 4091915 h 4093540"/>
              <a:gd name="connsiteX7-103" fmla="*/ 62283 w 2658882"/>
              <a:gd name="connsiteY7-104" fmla="*/ 4051443 h 4093540"/>
              <a:gd name="connsiteX8-105" fmla="*/ 0 w 2658882"/>
              <a:gd name="connsiteY8-106" fmla="*/ 3916281 h 4093540"/>
              <a:gd name="connsiteX9-107" fmla="*/ 0 w 2658882"/>
              <a:gd name="connsiteY9-108" fmla="*/ 177803 h 4093540"/>
              <a:gd name="connsiteX10-109" fmla="*/ 62283 w 2658882"/>
              <a:gd name="connsiteY10-110" fmla="*/ 42612 h 4093540"/>
              <a:gd name="connsiteX0-111" fmla="*/ 62283 w 2658882"/>
              <a:gd name="connsiteY0-112" fmla="*/ 42612 h 4093540"/>
              <a:gd name="connsiteX1-113" fmla="*/ 205497 w 2658882"/>
              <a:gd name="connsiteY1-114" fmla="*/ 2144 h 4093540"/>
              <a:gd name="connsiteX2-115" fmla="*/ 2508800 w 2658882"/>
              <a:gd name="connsiteY2-116" fmla="*/ 365375 h 4093540"/>
              <a:gd name="connsiteX3-117" fmla="*/ 2658882 w 2658882"/>
              <a:gd name="connsiteY3-118" fmla="*/ 541004 h 4093540"/>
              <a:gd name="connsiteX4-119" fmla="*/ 2658882 w 2658882"/>
              <a:gd name="connsiteY4-120" fmla="*/ 3553052 h 4093540"/>
              <a:gd name="connsiteX5-121" fmla="*/ 2508776 w 2658882"/>
              <a:gd name="connsiteY5-122" fmla="*/ 3728684 h 4093540"/>
              <a:gd name="connsiteX6-123" fmla="*/ 205473 w 2658882"/>
              <a:gd name="connsiteY6-124" fmla="*/ 4091915 h 4093540"/>
              <a:gd name="connsiteX7-125" fmla="*/ 62283 w 2658882"/>
              <a:gd name="connsiteY7-126" fmla="*/ 4051443 h 4093540"/>
              <a:gd name="connsiteX8-127" fmla="*/ 0 w 2658882"/>
              <a:gd name="connsiteY8-128" fmla="*/ 3916281 h 4093540"/>
              <a:gd name="connsiteX9-129" fmla="*/ 0 w 2658882"/>
              <a:gd name="connsiteY9-130" fmla="*/ 177803 h 4093540"/>
              <a:gd name="connsiteX10-131" fmla="*/ 62283 w 2658882"/>
              <a:gd name="connsiteY10-132" fmla="*/ 42612 h 4093540"/>
              <a:gd name="connsiteX0-133" fmla="*/ 62283 w 2658882"/>
              <a:gd name="connsiteY0-134" fmla="*/ 42612 h 4093540"/>
              <a:gd name="connsiteX1-135" fmla="*/ 205497 w 2658882"/>
              <a:gd name="connsiteY1-136" fmla="*/ 2144 h 4093540"/>
              <a:gd name="connsiteX2-137" fmla="*/ 2508800 w 2658882"/>
              <a:gd name="connsiteY2-138" fmla="*/ 365375 h 4093540"/>
              <a:gd name="connsiteX3-139" fmla="*/ 2658882 w 2658882"/>
              <a:gd name="connsiteY3-140" fmla="*/ 541004 h 4093540"/>
              <a:gd name="connsiteX4-141" fmla="*/ 2658882 w 2658882"/>
              <a:gd name="connsiteY4-142" fmla="*/ 3553052 h 4093540"/>
              <a:gd name="connsiteX5-143" fmla="*/ 2508776 w 2658882"/>
              <a:gd name="connsiteY5-144" fmla="*/ 3728684 h 4093540"/>
              <a:gd name="connsiteX6-145" fmla="*/ 205473 w 2658882"/>
              <a:gd name="connsiteY6-146" fmla="*/ 4091915 h 4093540"/>
              <a:gd name="connsiteX7-147" fmla="*/ 62283 w 2658882"/>
              <a:gd name="connsiteY7-148" fmla="*/ 4051443 h 4093540"/>
              <a:gd name="connsiteX8-149" fmla="*/ 0 w 2658882"/>
              <a:gd name="connsiteY8-150" fmla="*/ 3916281 h 4093540"/>
              <a:gd name="connsiteX9-151" fmla="*/ 0 w 2658882"/>
              <a:gd name="connsiteY9-152" fmla="*/ 177803 h 4093540"/>
              <a:gd name="connsiteX10-153" fmla="*/ 62283 w 2658882"/>
              <a:gd name="connsiteY10-154" fmla="*/ 42612 h 4093540"/>
              <a:gd name="connsiteX0-155" fmla="*/ 62283 w 2658882"/>
              <a:gd name="connsiteY0-156" fmla="*/ 42612 h 4093540"/>
              <a:gd name="connsiteX1-157" fmla="*/ 205497 w 2658882"/>
              <a:gd name="connsiteY1-158" fmla="*/ 2144 h 4093540"/>
              <a:gd name="connsiteX2-159" fmla="*/ 2508800 w 2658882"/>
              <a:gd name="connsiteY2-160" fmla="*/ 365375 h 4093540"/>
              <a:gd name="connsiteX3-161" fmla="*/ 2658882 w 2658882"/>
              <a:gd name="connsiteY3-162" fmla="*/ 541004 h 4093540"/>
              <a:gd name="connsiteX4-163" fmla="*/ 2658882 w 2658882"/>
              <a:gd name="connsiteY4-164" fmla="*/ 3553052 h 4093540"/>
              <a:gd name="connsiteX5-165" fmla="*/ 2508776 w 2658882"/>
              <a:gd name="connsiteY5-166" fmla="*/ 3728684 h 4093540"/>
              <a:gd name="connsiteX6-167" fmla="*/ 205473 w 2658882"/>
              <a:gd name="connsiteY6-168" fmla="*/ 4091915 h 4093540"/>
              <a:gd name="connsiteX7-169" fmla="*/ 62283 w 2658882"/>
              <a:gd name="connsiteY7-170" fmla="*/ 4051443 h 4093540"/>
              <a:gd name="connsiteX8-171" fmla="*/ 0 w 2658882"/>
              <a:gd name="connsiteY8-172" fmla="*/ 3916281 h 4093540"/>
              <a:gd name="connsiteX9-173" fmla="*/ 0 w 2658882"/>
              <a:gd name="connsiteY9-174" fmla="*/ 177803 h 4093540"/>
              <a:gd name="connsiteX10-175" fmla="*/ 62283 w 2658882"/>
              <a:gd name="connsiteY10-176" fmla="*/ 42612 h 4093540"/>
              <a:gd name="connsiteX0-177" fmla="*/ 62283 w 2658882"/>
              <a:gd name="connsiteY0-178" fmla="*/ 42612 h 4093540"/>
              <a:gd name="connsiteX1-179" fmla="*/ 205497 w 2658882"/>
              <a:gd name="connsiteY1-180" fmla="*/ 2144 h 4093540"/>
              <a:gd name="connsiteX2-181" fmla="*/ 2508800 w 2658882"/>
              <a:gd name="connsiteY2-182" fmla="*/ 365375 h 4093540"/>
              <a:gd name="connsiteX3-183" fmla="*/ 2658882 w 2658882"/>
              <a:gd name="connsiteY3-184" fmla="*/ 541004 h 4093540"/>
              <a:gd name="connsiteX4-185" fmla="*/ 2658882 w 2658882"/>
              <a:gd name="connsiteY4-186" fmla="*/ 3553052 h 4093540"/>
              <a:gd name="connsiteX5-187" fmla="*/ 2508776 w 2658882"/>
              <a:gd name="connsiteY5-188" fmla="*/ 3728684 h 4093540"/>
              <a:gd name="connsiteX6-189" fmla="*/ 205473 w 2658882"/>
              <a:gd name="connsiteY6-190" fmla="*/ 4091915 h 4093540"/>
              <a:gd name="connsiteX7-191" fmla="*/ 62283 w 2658882"/>
              <a:gd name="connsiteY7-192" fmla="*/ 4051443 h 4093540"/>
              <a:gd name="connsiteX8-193" fmla="*/ 0 w 2658882"/>
              <a:gd name="connsiteY8-194" fmla="*/ 3916281 h 4093540"/>
              <a:gd name="connsiteX9-195" fmla="*/ 0 w 2658882"/>
              <a:gd name="connsiteY9-196" fmla="*/ 177803 h 4093540"/>
              <a:gd name="connsiteX10-197" fmla="*/ 62283 w 2658882"/>
              <a:gd name="connsiteY10-198" fmla="*/ 42612 h 4093540"/>
              <a:gd name="connsiteX0-199" fmla="*/ 62283 w 2658882"/>
              <a:gd name="connsiteY0-200" fmla="*/ 42612 h 4092044"/>
              <a:gd name="connsiteX1-201" fmla="*/ 205497 w 2658882"/>
              <a:gd name="connsiteY1-202" fmla="*/ 2144 h 4092044"/>
              <a:gd name="connsiteX2-203" fmla="*/ 2508800 w 2658882"/>
              <a:gd name="connsiteY2-204" fmla="*/ 365375 h 4092044"/>
              <a:gd name="connsiteX3-205" fmla="*/ 2658882 w 2658882"/>
              <a:gd name="connsiteY3-206" fmla="*/ 541004 h 4092044"/>
              <a:gd name="connsiteX4-207" fmla="*/ 2658882 w 2658882"/>
              <a:gd name="connsiteY4-208" fmla="*/ 3553052 h 4092044"/>
              <a:gd name="connsiteX5-209" fmla="*/ 2508776 w 2658882"/>
              <a:gd name="connsiteY5-210" fmla="*/ 3728684 h 4092044"/>
              <a:gd name="connsiteX6-211" fmla="*/ 205473 w 2658882"/>
              <a:gd name="connsiteY6-212" fmla="*/ 4091915 h 4092044"/>
              <a:gd name="connsiteX7-213" fmla="*/ 62283 w 2658882"/>
              <a:gd name="connsiteY7-214" fmla="*/ 4051443 h 4092044"/>
              <a:gd name="connsiteX8-215" fmla="*/ 0 w 2658882"/>
              <a:gd name="connsiteY8-216" fmla="*/ 3916281 h 4092044"/>
              <a:gd name="connsiteX9-217" fmla="*/ 0 w 2658882"/>
              <a:gd name="connsiteY9-218" fmla="*/ 177803 h 4092044"/>
              <a:gd name="connsiteX10-219" fmla="*/ 62283 w 2658882"/>
              <a:gd name="connsiteY10-220" fmla="*/ 42612 h 4092044"/>
              <a:gd name="connsiteX0-221" fmla="*/ 62283 w 2658882"/>
              <a:gd name="connsiteY0-222" fmla="*/ 42612 h 4091915"/>
              <a:gd name="connsiteX1-223" fmla="*/ 205497 w 2658882"/>
              <a:gd name="connsiteY1-224" fmla="*/ 2144 h 4091915"/>
              <a:gd name="connsiteX2-225" fmla="*/ 2508800 w 2658882"/>
              <a:gd name="connsiteY2-226" fmla="*/ 365375 h 4091915"/>
              <a:gd name="connsiteX3-227" fmla="*/ 2658882 w 2658882"/>
              <a:gd name="connsiteY3-228" fmla="*/ 541004 h 4091915"/>
              <a:gd name="connsiteX4-229" fmla="*/ 2658882 w 2658882"/>
              <a:gd name="connsiteY4-230" fmla="*/ 3553052 h 4091915"/>
              <a:gd name="connsiteX5-231" fmla="*/ 2508776 w 2658882"/>
              <a:gd name="connsiteY5-232" fmla="*/ 3728684 h 4091915"/>
              <a:gd name="connsiteX6-233" fmla="*/ 205473 w 2658882"/>
              <a:gd name="connsiteY6-234" fmla="*/ 4091915 h 4091915"/>
              <a:gd name="connsiteX7-235" fmla="*/ 62283 w 2658882"/>
              <a:gd name="connsiteY7-236" fmla="*/ 4051443 h 4091915"/>
              <a:gd name="connsiteX8-237" fmla="*/ 0 w 2658882"/>
              <a:gd name="connsiteY8-238" fmla="*/ 3916281 h 4091915"/>
              <a:gd name="connsiteX9-239" fmla="*/ 0 w 2658882"/>
              <a:gd name="connsiteY9-240" fmla="*/ 177803 h 4091915"/>
              <a:gd name="connsiteX10-241" fmla="*/ 62283 w 2658882"/>
              <a:gd name="connsiteY10-242" fmla="*/ 42612 h 4091915"/>
              <a:gd name="connsiteX0-243" fmla="*/ 62283 w 2658882"/>
              <a:gd name="connsiteY0-244" fmla="*/ 42612 h 4092475"/>
              <a:gd name="connsiteX1-245" fmla="*/ 205497 w 2658882"/>
              <a:gd name="connsiteY1-246" fmla="*/ 2144 h 4092475"/>
              <a:gd name="connsiteX2-247" fmla="*/ 2508800 w 2658882"/>
              <a:gd name="connsiteY2-248" fmla="*/ 365375 h 4092475"/>
              <a:gd name="connsiteX3-249" fmla="*/ 2658882 w 2658882"/>
              <a:gd name="connsiteY3-250" fmla="*/ 541004 h 4092475"/>
              <a:gd name="connsiteX4-251" fmla="*/ 2658882 w 2658882"/>
              <a:gd name="connsiteY4-252" fmla="*/ 3553052 h 4092475"/>
              <a:gd name="connsiteX5-253" fmla="*/ 2508776 w 2658882"/>
              <a:gd name="connsiteY5-254" fmla="*/ 3728684 h 4092475"/>
              <a:gd name="connsiteX6-255" fmla="*/ 205473 w 2658882"/>
              <a:gd name="connsiteY6-256" fmla="*/ 4091915 h 4092475"/>
              <a:gd name="connsiteX7-257" fmla="*/ 62283 w 2658882"/>
              <a:gd name="connsiteY7-258" fmla="*/ 4051443 h 4092475"/>
              <a:gd name="connsiteX8-259" fmla="*/ 0 w 2658882"/>
              <a:gd name="connsiteY8-260" fmla="*/ 3916281 h 4092475"/>
              <a:gd name="connsiteX9-261" fmla="*/ 0 w 2658882"/>
              <a:gd name="connsiteY9-262" fmla="*/ 177803 h 4092475"/>
              <a:gd name="connsiteX10-263" fmla="*/ 62283 w 2658882"/>
              <a:gd name="connsiteY10-264" fmla="*/ 42612 h 4092475"/>
              <a:gd name="connsiteX0-265" fmla="*/ 62283 w 2658882"/>
              <a:gd name="connsiteY0-266" fmla="*/ 42612 h 4094059"/>
              <a:gd name="connsiteX1-267" fmla="*/ 205497 w 2658882"/>
              <a:gd name="connsiteY1-268" fmla="*/ 2144 h 4094059"/>
              <a:gd name="connsiteX2-269" fmla="*/ 2508800 w 2658882"/>
              <a:gd name="connsiteY2-270" fmla="*/ 365375 h 4094059"/>
              <a:gd name="connsiteX3-271" fmla="*/ 2658882 w 2658882"/>
              <a:gd name="connsiteY3-272" fmla="*/ 541004 h 4094059"/>
              <a:gd name="connsiteX4-273" fmla="*/ 2658882 w 2658882"/>
              <a:gd name="connsiteY4-274" fmla="*/ 3553052 h 4094059"/>
              <a:gd name="connsiteX5-275" fmla="*/ 2508776 w 2658882"/>
              <a:gd name="connsiteY5-276" fmla="*/ 3728684 h 4094059"/>
              <a:gd name="connsiteX6-277" fmla="*/ 205473 w 2658882"/>
              <a:gd name="connsiteY6-278" fmla="*/ 4091915 h 4094059"/>
              <a:gd name="connsiteX7-279" fmla="*/ 62283 w 2658882"/>
              <a:gd name="connsiteY7-280" fmla="*/ 4051443 h 4094059"/>
              <a:gd name="connsiteX8-281" fmla="*/ 0 w 2658882"/>
              <a:gd name="connsiteY8-282" fmla="*/ 3916281 h 4094059"/>
              <a:gd name="connsiteX9-283" fmla="*/ 0 w 2658882"/>
              <a:gd name="connsiteY9-284" fmla="*/ 177803 h 4094059"/>
              <a:gd name="connsiteX10-285" fmla="*/ 62283 w 2658882"/>
              <a:gd name="connsiteY10-286" fmla="*/ 42612 h 4094059"/>
              <a:gd name="connsiteX0-287" fmla="*/ 62283 w 2658882"/>
              <a:gd name="connsiteY0-288" fmla="*/ 42612 h 4094059"/>
              <a:gd name="connsiteX1-289" fmla="*/ 205497 w 2658882"/>
              <a:gd name="connsiteY1-290" fmla="*/ 2144 h 4094059"/>
              <a:gd name="connsiteX2-291" fmla="*/ 2508800 w 2658882"/>
              <a:gd name="connsiteY2-292" fmla="*/ 365375 h 4094059"/>
              <a:gd name="connsiteX3-293" fmla="*/ 2658882 w 2658882"/>
              <a:gd name="connsiteY3-294" fmla="*/ 541004 h 4094059"/>
              <a:gd name="connsiteX4-295" fmla="*/ 2658882 w 2658882"/>
              <a:gd name="connsiteY4-296" fmla="*/ 3553052 h 4094059"/>
              <a:gd name="connsiteX5-297" fmla="*/ 2508776 w 2658882"/>
              <a:gd name="connsiteY5-298" fmla="*/ 3728684 h 4094059"/>
              <a:gd name="connsiteX6-299" fmla="*/ 205473 w 2658882"/>
              <a:gd name="connsiteY6-300" fmla="*/ 4091915 h 4094059"/>
              <a:gd name="connsiteX7-301" fmla="*/ 62283 w 2658882"/>
              <a:gd name="connsiteY7-302" fmla="*/ 4051443 h 4094059"/>
              <a:gd name="connsiteX8-303" fmla="*/ 0 w 2658882"/>
              <a:gd name="connsiteY8-304" fmla="*/ 3916281 h 4094059"/>
              <a:gd name="connsiteX9-305" fmla="*/ 0 w 2658882"/>
              <a:gd name="connsiteY9-306" fmla="*/ 177803 h 4094059"/>
              <a:gd name="connsiteX10-307" fmla="*/ 62283 w 2658882"/>
              <a:gd name="connsiteY10-308" fmla="*/ 42612 h 4094059"/>
              <a:gd name="connsiteX0-309" fmla="*/ 62283 w 2658882"/>
              <a:gd name="connsiteY0-310" fmla="*/ 42612 h 4094059"/>
              <a:gd name="connsiteX1-311" fmla="*/ 205497 w 2658882"/>
              <a:gd name="connsiteY1-312" fmla="*/ 2144 h 4094059"/>
              <a:gd name="connsiteX2-313" fmla="*/ 2508800 w 2658882"/>
              <a:gd name="connsiteY2-314" fmla="*/ 365375 h 4094059"/>
              <a:gd name="connsiteX3-315" fmla="*/ 2658882 w 2658882"/>
              <a:gd name="connsiteY3-316" fmla="*/ 541004 h 4094059"/>
              <a:gd name="connsiteX4-317" fmla="*/ 2658882 w 2658882"/>
              <a:gd name="connsiteY4-318" fmla="*/ 3553052 h 4094059"/>
              <a:gd name="connsiteX5-319" fmla="*/ 2508776 w 2658882"/>
              <a:gd name="connsiteY5-320" fmla="*/ 3728684 h 4094059"/>
              <a:gd name="connsiteX6-321" fmla="*/ 205473 w 2658882"/>
              <a:gd name="connsiteY6-322" fmla="*/ 4091915 h 4094059"/>
              <a:gd name="connsiteX7-323" fmla="*/ 62283 w 2658882"/>
              <a:gd name="connsiteY7-324" fmla="*/ 4051443 h 4094059"/>
              <a:gd name="connsiteX8-325" fmla="*/ 0 w 2658882"/>
              <a:gd name="connsiteY8-326" fmla="*/ 3916281 h 4094059"/>
              <a:gd name="connsiteX9-327" fmla="*/ 0 w 2658882"/>
              <a:gd name="connsiteY9-328" fmla="*/ 177803 h 4094059"/>
              <a:gd name="connsiteX10-329" fmla="*/ 62283 w 2658882"/>
              <a:gd name="connsiteY10-330" fmla="*/ 42612 h 4094059"/>
              <a:gd name="connsiteX0-331" fmla="*/ 62283 w 2658882"/>
              <a:gd name="connsiteY0-332" fmla="*/ 42612 h 4094059"/>
              <a:gd name="connsiteX1-333" fmla="*/ 205497 w 2658882"/>
              <a:gd name="connsiteY1-334" fmla="*/ 2144 h 4094059"/>
              <a:gd name="connsiteX2-335" fmla="*/ 2508800 w 2658882"/>
              <a:gd name="connsiteY2-336" fmla="*/ 365375 h 4094059"/>
              <a:gd name="connsiteX3-337" fmla="*/ 2658882 w 2658882"/>
              <a:gd name="connsiteY3-338" fmla="*/ 541004 h 4094059"/>
              <a:gd name="connsiteX4-339" fmla="*/ 2658882 w 2658882"/>
              <a:gd name="connsiteY4-340" fmla="*/ 3553052 h 4094059"/>
              <a:gd name="connsiteX5-341" fmla="*/ 2508776 w 2658882"/>
              <a:gd name="connsiteY5-342" fmla="*/ 3728684 h 4094059"/>
              <a:gd name="connsiteX6-343" fmla="*/ 205473 w 2658882"/>
              <a:gd name="connsiteY6-344" fmla="*/ 4091915 h 4094059"/>
              <a:gd name="connsiteX7-345" fmla="*/ 62283 w 2658882"/>
              <a:gd name="connsiteY7-346" fmla="*/ 4051443 h 4094059"/>
              <a:gd name="connsiteX8-347" fmla="*/ 0 w 2658882"/>
              <a:gd name="connsiteY8-348" fmla="*/ 3916281 h 4094059"/>
              <a:gd name="connsiteX9-349" fmla="*/ 0 w 2658882"/>
              <a:gd name="connsiteY9-350" fmla="*/ 177803 h 4094059"/>
              <a:gd name="connsiteX10-351" fmla="*/ 62283 w 2658882"/>
              <a:gd name="connsiteY10-352" fmla="*/ 42612 h 4094059"/>
              <a:gd name="connsiteX0-353" fmla="*/ 62283 w 2658882"/>
              <a:gd name="connsiteY0-354" fmla="*/ 42612 h 4094059"/>
              <a:gd name="connsiteX1-355" fmla="*/ 205497 w 2658882"/>
              <a:gd name="connsiteY1-356" fmla="*/ 2144 h 4094059"/>
              <a:gd name="connsiteX2-357" fmla="*/ 2508800 w 2658882"/>
              <a:gd name="connsiteY2-358" fmla="*/ 365375 h 4094059"/>
              <a:gd name="connsiteX3-359" fmla="*/ 2658882 w 2658882"/>
              <a:gd name="connsiteY3-360" fmla="*/ 541004 h 4094059"/>
              <a:gd name="connsiteX4-361" fmla="*/ 2658882 w 2658882"/>
              <a:gd name="connsiteY4-362" fmla="*/ 3553052 h 4094059"/>
              <a:gd name="connsiteX5-363" fmla="*/ 2508776 w 2658882"/>
              <a:gd name="connsiteY5-364" fmla="*/ 3728684 h 4094059"/>
              <a:gd name="connsiteX6-365" fmla="*/ 205473 w 2658882"/>
              <a:gd name="connsiteY6-366" fmla="*/ 4091915 h 4094059"/>
              <a:gd name="connsiteX7-367" fmla="*/ 62283 w 2658882"/>
              <a:gd name="connsiteY7-368" fmla="*/ 4051443 h 4094059"/>
              <a:gd name="connsiteX8-369" fmla="*/ 0 w 2658882"/>
              <a:gd name="connsiteY8-370" fmla="*/ 3916281 h 4094059"/>
              <a:gd name="connsiteX9-371" fmla="*/ 0 w 2658882"/>
              <a:gd name="connsiteY9-372" fmla="*/ 177803 h 4094059"/>
              <a:gd name="connsiteX10-373" fmla="*/ 62283 w 2658882"/>
              <a:gd name="connsiteY10-374" fmla="*/ 42612 h 4094059"/>
              <a:gd name="connsiteX0-375" fmla="*/ 62283 w 2658882"/>
              <a:gd name="connsiteY0-376" fmla="*/ 42612 h 4094059"/>
              <a:gd name="connsiteX1-377" fmla="*/ 205497 w 2658882"/>
              <a:gd name="connsiteY1-378" fmla="*/ 2144 h 4094059"/>
              <a:gd name="connsiteX2-379" fmla="*/ 2508800 w 2658882"/>
              <a:gd name="connsiteY2-380" fmla="*/ 365375 h 4094059"/>
              <a:gd name="connsiteX3-381" fmla="*/ 2658882 w 2658882"/>
              <a:gd name="connsiteY3-382" fmla="*/ 541004 h 4094059"/>
              <a:gd name="connsiteX4-383" fmla="*/ 2658882 w 2658882"/>
              <a:gd name="connsiteY4-384" fmla="*/ 3553052 h 4094059"/>
              <a:gd name="connsiteX5-385" fmla="*/ 2508776 w 2658882"/>
              <a:gd name="connsiteY5-386" fmla="*/ 3728684 h 4094059"/>
              <a:gd name="connsiteX6-387" fmla="*/ 205473 w 2658882"/>
              <a:gd name="connsiteY6-388" fmla="*/ 4091915 h 4094059"/>
              <a:gd name="connsiteX7-389" fmla="*/ 62283 w 2658882"/>
              <a:gd name="connsiteY7-390" fmla="*/ 4051443 h 4094059"/>
              <a:gd name="connsiteX8-391" fmla="*/ 0 w 2658882"/>
              <a:gd name="connsiteY8-392" fmla="*/ 3916281 h 4094059"/>
              <a:gd name="connsiteX9-393" fmla="*/ 0 w 2658882"/>
              <a:gd name="connsiteY9-394" fmla="*/ 177803 h 4094059"/>
              <a:gd name="connsiteX10-395" fmla="*/ 62283 w 2658882"/>
              <a:gd name="connsiteY10-396" fmla="*/ 42612 h 40940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658882" h="4094059">
                <a:moveTo>
                  <a:pt x="62283" y="42612"/>
                </a:moveTo>
                <a:cubicBezTo>
                  <a:pt x="101616" y="8995"/>
                  <a:pt x="154387" y="-5916"/>
                  <a:pt x="205497" y="2144"/>
                </a:cubicBezTo>
                <a:cubicBezTo>
                  <a:pt x="205497" y="2144"/>
                  <a:pt x="2508800" y="365375"/>
                  <a:pt x="2508800" y="365375"/>
                </a:cubicBezTo>
                <a:cubicBezTo>
                  <a:pt x="2599348" y="379655"/>
                  <a:pt x="2658882" y="449336"/>
                  <a:pt x="2658882" y="541004"/>
                </a:cubicBezTo>
                <a:cubicBezTo>
                  <a:pt x="2658882" y="541004"/>
                  <a:pt x="2658882" y="3553052"/>
                  <a:pt x="2658882" y="3553052"/>
                </a:cubicBezTo>
                <a:cubicBezTo>
                  <a:pt x="2658882" y="3644720"/>
                  <a:pt x="2599325" y="3714404"/>
                  <a:pt x="2508776" y="3728684"/>
                </a:cubicBezTo>
                <a:cubicBezTo>
                  <a:pt x="2508776" y="3728684"/>
                  <a:pt x="205473" y="4091915"/>
                  <a:pt x="205473" y="4091915"/>
                </a:cubicBezTo>
                <a:cubicBezTo>
                  <a:pt x="154364" y="4099976"/>
                  <a:pt x="101616" y="4085060"/>
                  <a:pt x="62283" y="4051443"/>
                </a:cubicBezTo>
                <a:cubicBezTo>
                  <a:pt x="22950" y="4017828"/>
                  <a:pt x="0" y="3968024"/>
                  <a:pt x="0" y="3916281"/>
                </a:cubicBezTo>
                <a:cubicBezTo>
                  <a:pt x="0" y="3916282"/>
                  <a:pt x="0" y="177804"/>
                  <a:pt x="0" y="177803"/>
                </a:cubicBezTo>
                <a:cubicBezTo>
                  <a:pt x="0" y="126063"/>
                  <a:pt x="22950" y="76228"/>
                  <a:pt x="62283" y="42612"/>
                </a:cubicBezTo>
                <a:close/>
              </a:path>
            </a:pathLst>
          </a:custGeom>
          <a:gradFill flip="none" rotWithShape="1">
            <a:gsLst>
              <a:gs pos="90000">
                <a:schemeClr val="accent1"/>
              </a:gs>
              <a:gs pos="0">
                <a:schemeClr val="accent1">
                  <a:lumMod val="60000"/>
                  <a:lumOff val="40000"/>
                </a:schemeClr>
              </a:gs>
            </a:gsLst>
            <a:lin ang="10800000" scaled="1"/>
            <a:tileRect/>
          </a:gradFill>
          <a:ln w="9525" cap="flat">
            <a:noFill/>
            <a:prstDash val="solid"/>
            <a:miter/>
          </a:ln>
          <a:effectLst/>
        </p:spPr>
        <p:txBody>
          <a:bodyPr rtlCol="0" anchor="ctr">
            <a:noAutofit/>
          </a:bodyPr>
          <a:lstStyle/>
          <a:p>
            <a:pPr lvl="0" algn="l">
              <a:buClrTx/>
              <a:buSzTx/>
              <a:buFontTx/>
            </a:pPr>
            <a:endParaRPr lang="zh-CN" altLang="en-US">
              <a:sym typeface="+mn-ea"/>
            </a:endParaRPr>
          </a:p>
        </p:txBody>
      </p:sp>
      <p:sp>
        <p:nvSpPr>
          <p:cNvPr id="24" name="文本框 23"/>
          <p:cNvSpPr txBox="1"/>
          <p:nvPr>
            <p:custDataLst>
              <p:tags r:id="rId7"/>
            </p:custDataLst>
          </p:nvPr>
        </p:nvSpPr>
        <p:spPr>
          <a:xfrm>
            <a:off x="8258810" y="2774315"/>
            <a:ext cx="2038985" cy="337820"/>
          </a:xfrm>
          <a:prstGeom prst="rect">
            <a:avLst/>
          </a:prstGeom>
          <a:noFill/>
        </p:spPr>
        <p:txBody>
          <a:bodyPr wrap="square" lIns="0" tIns="0" rIns="0" bIns="0" rtlCol="0" anchor="b" anchorCtr="0">
            <a:noAutofit/>
          </a:bodyPr>
          <a:lstStyle/>
          <a:p>
            <a:pPr algn="ctr"/>
            <a:r>
              <a:rPr lang="zh-CN" altLang="en-US" sz="2000" b="1" dirty="0">
                <a:solidFill>
                  <a:srgbClr val="FFFFFF"/>
                </a:solidFill>
              </a:rPr>
              <a:t>乙炔炭黑</a:t>
            </a:r>
            <a:endParaRPr lang="zh-CN" altLang="en-US" sz="2000" b="1" dirty="0">
              <a:solidFill>
                <a:srgbClr val="FFFFFF"/>
              </a:solidFill>
            </a:endParaRPr>
          </a:p>
        </p:txBody>
      </p:sp>
      <p:sp>
        <p:nvSpPr>
          <p:cNvPr id="5" name="文本框 4"/>
          <p:cNvSpPr txBox="1"/>
          <p:nvPr>
            <p:custDataLst>
              <p:tags r:id="rId8"/>
            </p:custDataLst>
          </p:nvPr>
        </p:nvSpPr>
        <p:spPr>
          <a:xfrm>
            <a:off x="2006600" y="3470275"/>
            <a:ext cx="1975485" cy="1635125"/>
          </a:xfrm>
          <a:prstGeom prst="rect">
            <a:avLst/>
          </a:prstGeom>
          <a:noFill/>
        </p:spPr>
        <p:txBody>
          <a:bodyPr wrap="square" lIns="0" tIns="0" rIns="0" bIns="0" rtlCol="0" anchor="t" anchorCtr="0">
            <a:noAutofit/>
          </a:bodyPr>
          <a:lstStyle>
            <a:defPPr>
              <a:defRPr lang="zh-CN"/>
            </a:defPPr>
            <a:lvl1pPr marL="285750" indent="-285750">
              <a:lnSpc>
                <a:spcPct val="130000"/>
              </a:lnSpc>
              <a:buSzPct val="75000"/>
              <a:buFont typeface="Wingdings" panose="05000000000000000000" charset="0"/>
              <a:buChar char="n"/>
              <a:defRPr sz="1400" kern="0" spc="0">
                <a:ln>
                  <a:noFill/>
                  <a:prstDash val="sysDot"/>
                </a:ln>
                <a:solidFill>
                  <a:schemeClr val="bg1"/>
                </a:solidFill>
                <a:latin typeface="+mn-ea"/>
              </a:defRPr>
            </a:lvl1pPr>
          </a:lstStyle>
          <a:p>
            <a:pPr fontAlgn="auto">
              <a:spcBef>
                <a:spcPts val="2100"/>
              </a:spcBef>
            </a:pPr>
            <a:r>
              <a:rPr lang="zh-CN" altLang="en-US" dirty="0">
                <a:solidFill>
                  <a:srgbClr val="FFFFFF"/>
                </a:solidFill>
                <a:sym typeface="+mn-ea"/>
              </a:rPr>
              <a:t>用于橡胶中起补强作用的材料。</a:t>
            </a:r>
            <a:endParaRPr lang="zh-CN" altLang="en-US" dirty="0">
              <a:solidFill>
                <a:srgbClr val="FFFFFF"/>
              </a:solidFill>
              <a:sym typeface="+mn-ea"/>
            </a:endParaRPr>
          </a:p>
          <a:p>
            <a:pPr fontAlgn="auto">
              <a:spcBef>
                <a:spcPts val="2100"/>
              </a:spcBef>
            </a:pPr>
            <a:r>
              <a:rPr lang="en-US" altLang="zh-CN" dirty="0">
                <a:solidFill>
                  <a:srgbClr val="FFFFFF"/>
                </a:solidFill>
                <a:sym typeface="+mn-ea"/>
              </a:rPr>
              <a:t>N220</a:t>
            </a:r>
            <a:r>
              <a:rPr lang="zh-CN" altLang="en-US" dirty="0">
                <a:solidFill>
                  <a:srgbClr val="FFFFFF"/>
                </a:solidFill>
                <a:sym typeface="+mn-ea"/>
              </a:rPr>
              <a:t>、</a:t>
            </a:r>
            <a:r>
              <a:rPr lang="en-US" altLang="zh-CN" dirty="0">
                <a:solidFill>
                  <a:srgbClr val="FFFFFF"/>
                </a:solidFill>
                <a:sym typeface="+mn-ea"/>
              </a:rPr>
              <a:t>N330</a:t>
            </a:r>
            <a:r>
              <a:rPr lang="zh-CN" altLang="en-US" dirty="0">
                <a:solidFill>
                  <a:srgbClr val="FFFFFF"/>
                </a:solidFill>
                <a:sym typeface="+mn-ea"/>
              </a:rPr>
              <a:t>、</a:t>
            </a:r>
            <a:r>
              <a:rPr lang="en-US" altLang="zh-CN" dirty="0">
                <a:solidFill>
                  <a:srgbClr val="FFFFFF"/>
                </a:solidFill>
                <a:sym typeface="+mn-ea"/>
              </a:rPr>
              <a:t>N326</a:t>
            </a:r>
            <a:r>
              <a:rPr lang="zh-CN" altLang="en-US" dirty="0">
                <a:solidFill>
                  <a:srgbClr val="FFFFFF"/>
                </a:solidFill>
                <a:sym typeface="+mn-ea"/>
              </a:rPr>
              <a:t>、</a:t>
            </a:r>
            <a:r>
              <a:rPr lang="en-US" altLang="zh-CN" dirty="0">
                <a:solidFill>
                  <a:srgbClr val="FFFFFF"/>
                </a:solidFill>
                <a:sym typeface="+mn-ea"/>
              </a:rPr>
              <a:t>N375</a:t>
            </a:r>
            <a:r>
              <a:rPr lang="zh-CN" altLang="en-US" dirty="0">
                <a:solidFill>
                  <a:srgbClr val="FFFFFF"/>
                </a:solidFill>
                <a:sym typeface="+mn-ea"/>
              </a:rPr>
              <a:t>等</a:t>
            </a:r>
            <a:endParaRPr lang="zh-CN" altLang="en-US" dirty="0">
              <a:solidFill>
                <a:srgbClr val="FFFFFF"/>
              </a:solidFill>
              <a:sym typeface="+mn-ea"/>
            </a:endParaRPr>
          </a:p>
        </p:txBody>
      </p:sp>
      <p:sp>
        <p:nvSpPr>
          <p:cNvPr id="6" name="文本框 5"/>
          <p:cNvSpPr txBox="1"/>
          <p:nvPr>
            <p:custDataLst>
              <p:tags r:id="rId9"/>
            </p:custDataLst>
          </p:nvPr>
        </p:nvSpPr>
        <p:spPr>
          <a:xfrm>
            <a:off x="5107940" y="3418205"/>
            <a:ext cx="1975485" cy="1635125"/>
          </a:xfrm>
          <a:prstGeom prst="rect">
            <a:avLst/>
          </a:prstGeom>
          <a:noFill/>
        </p:spPr>
        <p:txBody>
          <a:bodyPr wrap="square" lIns="0" tIns="0" rIns="0" bIns="0" rtlCol="0" anchor="t" anchorCtr="0">
            <a:noAutofit/>
          </a:bodyPr>
          <a:lstStyle>
            <a:defPPr>
              <a:defRPr lang="zh-CN"/>
            </a:defPPr>
            <a:lvl1pPr marL="285750" indent="-285750">
              <a:lnSpc>
                <a:spcPct val="130000"/>
              </a:lnSpc>
              <a:buSzPct val="75000"/>
              <a:buFont typeface="Wingdings" panose="05000000000000000000" charset="0"/>
              <a:buChar char="n"/>
              <a:defRPr sz="1400" kern="0" spc="0">
                <a:ln>
                  <a:noFill/>
                  <a:prstDash val="sysDot"/>
                </a:ln>
                <a:solidFill>
                  <a:schemeClr val="bg1"/>
                </a:solidFill>
                <a:latin typeface="+mn-ea"/>
              </a:defRPr>
            </a:lvl1pPr>
          </a:lstStyle>
          <a:p>
            <a:pPr lvl="0" algn="l">
              <a:spcBef>
                <a:spcPts val="2100"/>
              </a:spcBef>
              <a:buClrTx/>
            </a:pPr>
            <a:r>
              <a:rPr lang="zh-CN" altLang="en-US" dirty="0">
                <a:solidFill>
                  <a:srgbClr val="FFFFFF"/>
                </a:solidFill>
                <a:sym typeface="+mn-ea"/>
              </a:rPr>
              <a:t>色素炭黑指的是在涂料、油墨、塑料、化纤和皮革化工中作为着色剂使用的色素。</a:t>
            </a:r>
            <a:endParaRPr lang="zh-CN" altLang="en-US" dirty="0">
              <a:solidFill>
                <a:srgbClr val="FFFFFF"/>
              </a:solidFill>
              <a:sym typeface="+mn-ea"/>
            </a:endParaRPr>
          </a:p>
          <a:p>
            <a:pPr lvl="0" algn="l">
              <a:spcBef>
                <a:spcPts val="2100"/>
              </a:spcBef>
              <a:buClrTx/>
            </a:pPr>
            <a:r>
              <a:rPr lang="en-US" altLang="zh-CN" dirty="0">
                <a:solidFill>
                  <a:srgbClr val="FFFFFF"/>
                </a:solidFill>
                <a:sym typeface="+mn-ea"/>
              </a:rPr>
              <a:t>C111</a:t>
            </a:r>
            <a:r>
              <a:rPr lang="zh-CN" altLang="en-US" dirty="0">
                <a:solidFill>
                  <a:srgbClr val="FFFFFF"/>
                </a:solidFill>
                <a:sym typeface="+mn-ea"/>
              </a:rPr>
              <a:t>、</a:t>
            </a:r>
            <a:r>
              <a:rPr lang="en-US" altLang="zh-CN" dirty="0">
                <a:solidFill>
                  <a:srgbClr val="FFFFFF"/>
                </a:solidFill>
                <a:sym typeface="+mn-ea"/>
              </a:rPr>
              <a:t>C121</a:t>
            </a:r>
            <a:r>
              <a:rPr lang="zh-CN" altLang="en-US" dirty="0">
                <a:solidFill>
                  <a:srgbClr val="FFFFFF"/>
                </a:solidFill>
                <a:sym typeface="+mn-ea"/>
              </a:rPr>
              <a:t>、</a:t>
            </a:r>
            <a:r>
              <a:rPr lang="en-US" altLang="zh-CN" dirty="0">
                <a:solidFill>
                  <a:srgbClr val="FFFFFF"/>
                </a:solidFill>
                <a:sym typeface="+mn-ea"/>
              </a:rPr>
              <a:t>F111</a:t>
            </a:r>
            <a:r>
              <a:rPr lang="zh-CN" altLang="en-US" dirty="0">
                <a:solidFill>
                  <a:srgbClr val="FFFFFF"/>
                </a:solidFill>
                <a:sym typeface="+mn-ea"/>
              </a:rPr>
              <a:t>、</a:t>
            </a:r>
            <a:r>
              <a:rPr lang="en-US" altLang="zh-CN" dirty="0">
                <a:solidFill>
                  <a:srgbClr val="FFFFFF"/>
                </a:solidFill>
                <a:sym typeface="+mn-ea"/>
              </a:rPr>
              <a:t>F121</a:t>
            </a:r>
            <a:r>
              <a:rPr lang="zh-CN" altLang="en-US" dirty="0">
                <a:solidFill>
                  <a:srgbClr val="FFFFFF"/>
                </a:solidFill>
                <a:sym typeface="+mn-ea"/>
              </a:rPr>
              <a:t>等</a:t>
            </a:r>
            <a:endParaRPr lang="zh-CN" altLang="en-US" dirty="0">
              <a:solidFill>
                <a:srgbClr val="FFFFFF"/>
              </a:solidFill>
              <a:sym typeface="+mn-ea"/>
            </a:endParaRPr>
          </a:p>
        </p:txBody>
      </p:sp>
      <p:sp>
        <p:nvSpPr>
          <p:cNvPr id="7" name="文本框 6"/>
          <p:cNvSpPr txBox="1"/>
          <p:nvPr>
            <p:custDataLst>
              <p:tags r:id="rId10"/>
            </p:custDataLst>
          </p:nvPr>
        </p:nvSpPr>
        <p:spPr>
          <a:xfrm>
            <a:off x="8261350" y="3533775"/>
            <a:ext cx="1975485" cy="1635125"/>
          </a:xfrm>
          <a:prstGeom prst="rect">
            <a:avLst/>
          </a:prstGeom>
          <a:noFill/>
        </p:spPr>
        <p:txBody>
          <a:bodyPr wrap="square" lIns="0" tIns="0" rIns="0" bIns="0" rtlCol="0" anchor="t" anchorCtr="0">
            <a:noAutofit/>
          </a:bodyPr>
          <a:lstStyle>
            <a:defPPr>
              <a:defRPr lang="zh-CN"/>
            </a:defPPr>
            <a:lvl1pPr marL="285750" indent="-285750">
              <a:lnSpc>
                <a:spcPct val="130000"/>
              </a:lnSpc>
              <a:buSzPct val="75000"/>
              <a:buFont typeface="Wingdings" panose="05000000000000000000" charset="0"/>
              <a:buChar char="n"/>
              <a:defRPr sz="1400" kern="0" spc="0">
                <a:ln>
                  <a:noFill/>
                  <a:prstDash val="sysDot"/>
                </a:ln>
                <a:solidFill>
                  <a:schemeClr val="bg1"/>
                </a:solidFill>
                <a:latin typeface="+mn-ea"/>
              </a:defRPr>
            </a:lvl1pPr>
          </a:lstStyle>
          <a:p>
            <a:pPr fontAlgn="auto">
              <a:spcBef>
                <a:spcPts val="2100"/>
              </a:spcBef>
            </a:pPr>
            <a:r>
              <a:rPr lang="zh-CN" altLang="en-US" dirty="0">
                <a:solidFill>
                  <a:srgbClr val="FFFFFF"/>
                </a:solidFill>
                <a:sym typeface="+mn-ea"/>
              </a:rPr>
              <a:t>具有低电阻或高电阻性能的炭黑。</a:t>
            </a:r>
            <a:endParaRPr lang="zh-CN" altLang="en-US" dirty="0">
              <a:solidFill>
                <a:srgbClr val="FFFFFF"/>
              </a:solidFill>
              <a:sym typeface="+mn-ea"/>
            </a:endParaRPr>
          </a:p>
          <a:p>
            <a:pPr fontAlgn="auto">
              <a:spcBef>
                <a:spcPts val="2100"/>
              </a:spcBef>
            </a:pPr>
            <a:r>
              <a:rPr lang="zh-CN" altLang="en-US" dirty="0">
                <a:solidFill>
                  <a:srgbClr val="FFFFFF"/>
                </a:solidFill>
                <a:sym typeface="+mn-ea"/>
              </a:rPr>
              <a:t>粉状品、</a:t>
            </a:r>
            <a:r>
              <a:rPr lang="en-US" altLang="zh-CN" dirty="0">
                <a:solidFill>
                  <a:srgbClr val="FFFFFF"/>
                </a:solidFill>
                <a:sym typeface="+mn-ea"/>
              </a:rPr>
              <a:t>50%</a:t>
            </a:r>
            <a:r>
              <a:rPr lang="zh-CN" altLang="en-US" dirty="0">
                <a:solidFill>
                  <a:srgbClr val="FFFFFF"/>
                </a:solidFill>
                <a:sym typeface="+mn-ea"/>
              </a:rPr>
              <a:t>压缩品、</a:t>
            </a:r>
            <a:r>
              <a:rPr lang="en-US" altLang="zh-CN" dirty="0">
                <a:solidFill>
                  <a:srgbClr val="FFFFFF"/>
                </a:solidFill>
                <a:sym typeface="+mn-ea"/>
              </a:rPr>
              <a:t>75%</a:t>
            </a:r>
            <a:r>
              <a:rPr lang="zh-CN" altLang="en-US" dirty="0">
                <a:solidFill>
                  <a:srgbClr val="FFFFFF"/>
                </a:solidFill>
                <a:sym typeface="+mn-ea"/>
              </a:rPr>
              <a:t>压缩品、</a:t>
            </a:r>
            <a:r>
              <a:rPr lang="en-US" altLang="zh-CN" dirty="0">
                <a:solidFill>
                  <a:srgbClr val="FFFFFF"/>
                </a:solidFill>
                <a:sym typeface="+mn-ea"/>
              </a:rPr>
              <a:t>100%</a:t>
            </a:r>
            <a:r>
              <a:rPr lang="zh-CN" altLang="en-US" dirty="0">
                <a:solidFill>
                  <a:srgbClr val="FFFFFF"/>
                </a:solidFill>
                <a:sym typeface="+mn-ea"/>
              </a:rPr>
              <a:t>压缩品</a:t>
            </a:r>
            <a:endParaRPr lang="zh-CN" altLang="en-US" dirty="0">
              <a:solidFill>
                <a:srgbClr val="FFFFFF"/>
              </a:solidFill>
              <a:sym typeface="+mn-ea"/>
            </a:endParaRPr>
          </a:p>
        </p:txBody>
      </p:sp>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炭黑如何生产</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a:t>
            </a:r>
            <a:r>
              <a:rPr lang="zh-CN" altLang="en-US"/>
              <a:t>0</a:t>
            </a:r>
            <a:r>
              <a:rPr lang="en-US" altLang="zh-CN"/>
              <a:t>2</a:t>
            </a:r>
            <a:endParaRPr lang="en-US" altLang="zh-CN"/>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炭黑的工艺流程</a:t>
            </a:r>
            <a:endParaRPr lang="zh-CN" altLang="en-US"/>
          </a:p>
        </p:txBody>
      </p:sp>
      <p:pic>
        <p:nvPicPr>
          <p:cNvPr id="14" name="图片 13" descr="图片1"/>
          <p:cNvPicPr>
            <a:picLocks noChangeAspect="1"/>
          </p:cNvPicPr>
          <p:nvPr/>
        </p:nvPicPr>
        <p:blipFill>
          <a:blip r:embed="rId2"/>
          <a:stretch>
            <a:fillRect/>
          </a:stretch>
        </p:blipFill>
        <p:spPr>
          <a:xfrm>
            <a:off x="695960" y="1080135"/>
            <a:ext cx="3817620" cy="5032375"/>
          </a:xfrm>
          <a:prstGeom prst="rect">
            <a:avLst/>
          </a:prstGeom>
        </p:spPr>
      </p:pic>
      <p:sp>
        <p:nvSpPr>
          <p:cNvPr id="16" name="文本框 15"/>
          <p:cNvSpPr txBox="1"/>
          <p:nvPr/>
        </p:nvSpPr>
        <p:spPr>
          <a:xfrm>
            <a:off x="4895850" y="1080135"/>
            <a:ext cx="6688455" cy="5169535"/>
          </a:xfrm>
          <a:prstGeom prst="rect">
            <a:avLst/>
          </a:prstGeom>
          <a:noFill/>
        </p:spPr>
        <p:txBody>
          <a:bodyPr wrap="square" rtlCol="0">
            <a:spAutoFit/>
          </a:bodyPr>
          <a:p>
            <a:r>
              <a:rPr lang="en-US" altLang="zh-CN" sz="1000">
                <a:solidFill>
                  <a:srgbClr val="FF0000"/>
                </a:solidFill>
              </a:rPr>
              <a:t>(1)</a:t>
            </a:r>
            <a:r>
              <a:rPr lang="zh-CN" altLang="en-US" sz="1000">
                <a:solidFill>
                  <a:srgbClr val="FF0000"/>
                </a:solidFill>
              </a:rPr>
              <a:t>供料工序</a:t>
            </a:r>
            <a:endParaRPr lang="zh-CN" altLang="en-US" sz="1000">
              <a:solidFill>
                <a:srgbClr val="FF0000"/>
              </a:solidFill>
            </a:endParaRPr>
          </a:p>
          <a:p>
            <a:r>
              <a:rPr lang="zh-CN" altLang="en-US" sz="1000"/>
              <a:t>原料油储于储罐中，原料油先经原料油过滤器，滤除油渣，再经原料油泵送至原料油预热器预热</a:t>
            </a:r>
            <a:r>
              <a:rPr lang="en-US" altLang="zh-CN" sz="1000"/>
              <a:t>(</a:t>
            </a:r>
            <a:r>
              <a:rPr lang="zh-CN" altLang="en-US" sz="1000"/>
              <a:t>由一次急冷后热烟气换热</a:t>
            </a:r>
            <a:r>
              <a:rPr lang="en-US" altLang="zh-CN" sz="1000"/>
              <a:t>)</a:t>
            </a:r>
            <a:r>
              <a:rPr lang="zh-CN" altLang="en-US" sz="1000"/>
              <a:t>，再通过原料油喷嘴喷入反应炉的喉管段。</a:t>
            </a:r>
            <a:endParaRPr lang="zh-CN" altLang="en-US" sz="1000"/>
          </a:p>
          <a:p>
            <a:r>
              <a:rPr lang="en-US" altLang="zh-CN" sz="1000">
                <a:solidFill>
                  <a:srgbClr val="FF0000"/>
                </a:solidFill>
              </a:rPr>
              <a:t>(2)</a:t>
            </a:r>
            <a:r>
              <a:rPr lang="zh-CN" altLang="en-US" sz="1000">
                <a:solidFill>
                  <a:srgbClr val="FF0000"/>
                </a:solidFill>
              </a:rPr>
              <a:t>炭黑反应工序</a:t>
            </a:r>
            <a:endParaRPr lang="zh-CN" altLang="en-US" sz="1000">
              <a:solidFill>
                <a:srgbClr val="FF0000"/>
              </a:solidFill>
            </a:endParaRPr>
          </a:p>
          <a:p>
            <a:r>
              <a:rPr lang="zh-CN" altLang="en-US" sz="1000"/>
              <a:t>燃料</a:t>
            </a:r>
            <a:r>
              <a:rPr lang="en-US" altLang="zh-CN" sz="1000"/>
              <a:t>(</a:t>
            </a:r>
            <a:r>
              <a:rPr lang="zh-CN" altLang="en-US" sz="1000"/>
              <a:t>煤气或天然气等</a:t>
            </a:r>
            <a:r>
              <a:rPr lang="en-US" altLang="zh-CN" sz="1000"/>
              <a:t>)</a:t>
            </a:r>
            <a:r>
              <a:rPr lang="zh-CN" altLang="en-US" sz="1000"/>
              <a:t>与助燃空气在燃烧段产生高温烟气气流，通过喉管段进入反应段，与原料油混合，迅速汽化、裂解并生成炭黑。</a:t>
            </a:r>
            <a:endParaRPr lang="zh-CN" altLang="en-US" sz="1000"/>
          </a:p>
          <a:p>
            <a:r>
              <a:rPr lang="zh-CN" altLang="en-US" sz="1000"/>
              <a:t>在炭黑反应炉的急冷段，通过喷入急冷水，使其温度迅速降低，终止炭黑生成反应，然后炭黑烟气经过空气预热器、原料油预热器，再进行第二次喷水急冷，再一次降低烟气的温度，冷却到</a:t>
            </a:r>
            <a:r>
              <a:rPr lang="en-US" altLang="zh-CN" sz="1000"/>
              <a:t>250</a:t>
            </a:r>
            <a:r>
              <a:rPr lang="en-US" altLang="en-US" sz="1000"/>
              <a:t>℃</a:t>
            </a:r>
            <a:r>
              <a:rPr lang="zh-CN" altLang="en-US" sz="1000"/>
              <a:t>以下后，进入炭黑收集系统。炭黑烟气亦可经过余热锅炉进行余热的回收利用并降温。</a:t>
            </a:r>
            <a:endParaRPr lang="en-US" altLang="zh-CN" sz="1000"/>
          </a:p>
          <a:p>
            <a:r>
              <a:rPr lang="en-US" altLang="zh-CN" sz="1000">
                <a:solidFill>
                  <a:srgbClr val="FF0000"/>
                </a:solidFill>
              </a:rPr>
              <a:t>(3)</a:t>
            </a:r>
            <a:r>
              <a:rPr lang="zh-CN" altLang="en-US" sz="1000">
                <a:solidFill>
                  <a:srgbClr val="FF0000"/>
                </a:solidFill>
              </a:rPr>
              <a:t>炭黑收集工序</a:t>
            </a:r>
            <a:endParaRPr lang="zh-CN" altLang="en-US" sz="1000">
              <a:solidFill>
                <a:srgbClr val="FF0000"/>
              </a:solidFill>
            </a:endParaRPr>
          </a:p>
          <a:p>
            <a:r>
              <a:rPr lang="zh-CN" altLang="en-US" sz="1000"/>
              <a:t>炭黑烟气经过空气预热器、原料油预热器和第二次急冷后，烟气温度降到</a:t>
            </a:r>
            <a:r>
              <a:rPr lang="en-US" altLang="zh-CN" sz="1000"/>
              <a:t>250</a:t>
            </a:r>
            <a:r>
              <a:rPr lang="en-US" altLang="en-US" sz="1000"/>
              <a:t>℃</a:t>
            </a:r>
            <a:r>
              <a:rPr lang="zh-CN" altLang="en-US" sz="1000"/>
              <a:t>，然后再进入主袋滤器进行气固分离。附在袋滤器上的炭黑用主袋滤反吹风机定期进行吹扫，使其落入袋滤器贮斗。由主袋滤器收集的炭黑经主袋滤器气密阀进入风送系统。主袋滤器尾气可部分送到尾气燃烧炉，作为干燥机热源，剩余部分进入尾气锅炉生产蒸汽，蒸汽可进入集中供热系统或发电，剩余部分尾气也可用作其他综合利用</a:t>
            </a:r>
            <a:r>
              <a:rPr lang="en-US" altLang="zh-CN" sz="1000"/>
              <a:t>(</a:t>
            </a:r>
            <a:r>
              <a:rPr lang="zh-CN" altLang="en-US" sz="1000"/>
              <a:t>如送焦炉作为燃料使用</a:t>
            </a:r>
            <a:r>
              <a:rPr lang="en-US" altLang="zh-CN" sz="1000"/>
              <a:t>)</a:t>
            </a:r>
            <a:r>
              <a:rPr lang="zh-CN" altLang="en-US" sz="1000"/>
              <a:t>，尾气燃烧烟气经过处理后外排。</a:t>
            </a:r>
            <a:endParaRPr lang="zh-CN" altLang="en-US" sz="1000"/>
          </a:p>
          <a:p>
            <a:r>
              <a:rPr lang="zh-CN" altLang="en-US" sz="1000"/>
              <a:t>炭黑进入风送系统后，用空气输送至微粒粉碎机对块状的炭黑进行粉碎，再经风机送到收集袋滤器，炭黑被收集到粉状炭黑储罐中，从收集袋滤器出来的气体通过排气筒排放。</a:t>
            </a:r>
            <a:endParaRPr lang="zh-CN" altLang="en-US" sz="1000"/>
          </a:p>
          <a:p>
            <a:r>
              <a:rPr lang="en-US" altLang="zh-CN" sz="1000">
                <a:solidFill>
                  <a:srgbClr val="FF0000"/>
                </a:solidFill>
              </a:rPr>
              <a:t>(4)</a:t>
            </a:r>
            <a:r>
              <a:rPr lang="zh-CN" altLang="en-US" sz="1000">
                <a:solidFill>
                  <a:srgbClr val="FF0000"/>
                </a:solidFill>
              </a:rPr>
              <a:t>炭黑造粒、包装工序</a:t>
            </a:r>
            <a:endParaRPr lang="zh-CN" altLang="en-US" sz="1000">
              <a:solidFill>
                <a:srgbClr val="FF0000"/>
              </a:solidFill>
            </a:endParaRPr>
          </a:p>
          <a:p>
            <a:r>
              <a:rPr lang="zh-CN" altLang="en-US" sz="1000"/>
              <a:t>粉状炭黑经储罐搅拌器搅拌，使其容重增加后，由主供料输送器</a:t>
            </a:r>
            <a:r>
              <a:rPr lang="en-US" altLang="zh-CN" sz="1000"/>
              <a:t>(</a:t>
            </a:r>
            <a:r>
              <a:rPr lang="zh-CN" altLang="en-US" sz="1000"/>
              <a:t>密闭绞龙</a:t>
            </a:r>
            <a:r>
              <a:rPr lang="en-US" altLang="zh-CN" sz="1000"/>
              <a:t>)</a:t>
            </a:r>
            <a:r>
              <a:rPr lang="zh-CN" altLang="en-US" sz="1000"/>
              <a:t>送入湿法造粒机进行造粒。</a:t>
            </a:r>
            <a:endParaRPr lang="zh-CN" altLang="en-US" sz="1000"/>
          </a:p>
          <a:p>
            <a:r>
              <a:rPr lang="zh-CN" altLang="en-US" sz="1000"/>
              <a:t>造粒所需的造粒水由贮水罐经清水泵送入静态混合器，造粒用的粘结剂由粘结剂贮罐经粘结剂进料泵送入静态混合器与水混合，混合后进入湿法造粒机。</a:t>
            </a:r>
            <a:endParaRPr lang="zh-CN" altLang="en-US" sz="1000"/>
          </a:p>
          <a:p>
            <a:r>
              <a:rPr lang="zh-CN" altLang="en-US" sz="1000"/>
              <a:t>从湿法造粒机出来的湿炭黑粒子进入干燥机进行干燥。干燥机所需的干燥气体由尾气燃烧炉供给，由尾气炉供风机提供的空气汇同尾气加压风机送来的尾气一起进入尾气燃烧炉进行燃烧。燃烧产生的热气体进入干燥机的火箱与干燥机滚筒内湿炭黑粒子进行逆流换热，间接或混合式烘干。从干燥机出来的炭黑</a:t>
            </a:r>
            <a:r>
              <a:rPr lang="en-US" altLang="zh-CN" sz="1000"/>
              <a:t>(200</a:t>
            </a:r>
            <a:r>
              <a:rPr lang="zh-CN" altLang="en-US" sz="1000"/>
              <a:t>～</a:t>
            </a:r>
            <a:r>
              <a:rPr lang="en-US" altLang="zh-CN" sz="1000"/>
              <a:t>300</a:t>
            </a:r>
            <a:r>
              <a:rPr lang="en-US" altLang="en-US" sz="1000"/>
              <a:t>℃</a:t>
            </a:r>
            <a:r>
              <a:rPr lang="en-US" altLang="zh-CN" sz="1000"/>
              <a:t>)</a:t>
            </a:r>
            <a:r>
              <a:rPr lang="zh-CN" altLang="en-US" sz="1000"/>
              <a:t>经湿法造粒提升机送到筛选机筛选，筛选出不合规格的炭黑粒子，通过吸尘风机送到再处理袋滤器，由再处理袋滤器气密阀送入风送系统进行回收。粒度符合规格的炭黑经成品输送器、贮存提升机送到磁选机，除去炭黑中的铁屑后，再由产品输送器分别送到产品贮罐中，然后用包装机进行包装，包装好的炭黑包经整形后用叉车输送入库。</a:t>
            </a:r>
            <a:endParaRPr lang="zh-CN" altLang="en-US" sz="1000"/>
          </a:p>
          <a:p>
            <a:r>
              <a:rPr lang="zh-CN" altLang="en-US" sz="1000"/>
              <a:t>从干燥机前端排出的含炭黑尘的湿烟气，经废气加压风机送到干燥废气袋滤器，收集炭黑后尾气由排气筒排入到大气中。附在滤袋上的炭黑定期用压缩空气反向喷吹，使炭黑落入贮斗，再经密闭绞龙送至风送系统。</a:t>
            </a:r>
            <a:endParaRPr lang="zh-CN" altLang="en-US" sz="1000"/>
          </a:p>
          <a:p>
            <a:r>
              <a:rPr lang="zh-CN" altLang="en-US" sz="1000">
                <a:solidFill>
                  <a:srgbClr val="FF0000"/>
                </a:solidFill>
              </a:rPr>
              <a:t>（</a:t>
            </a:r>
            <a:r>
              <a:rPr lang="en-US" altLang="zh-CN" sz="1000">
                <a:solidFill>
                  <a:srgbClr val="FF0000"/>
                </a:solidFill>
              </a:rPr>
              <a:t>5</a:t>
            </a:r>
            <a:r>
              <a:rPr lang="zh-CN" altLang="en-US" sz="1000">
                <a:solidFill>
                  <a:srgbClr val="FF0000"/>
                </a:solidFill>
              </a:rPr>
              <a:t>）尾气处理</a:t>
            </a:r>
            <a:endParaRPr lang="zh-CN" altLang="en-US" sz="1000">
              <a:solidFill>
                <a:srgbClr val="FF0000"/>
              </a:solidFill>
            </a:endParaRPr>
          </a:p>
          <a:p>
            <a:r>
              <a:rPr lang="zh-CN" altLang="en-US" sz="1000"/>
              <a:t>炭黑反应炉反应生成的炭黑气，经过主袋滤器气固分离后，气体部分即为尾气。约三分之一的尾气会被用于炭黑干燥器，作为其燃烧器的燃料；剩余的约三分之二尾气则会被送到能源中心，作为其燃气锅炉的燃料。它们燃烧所产生的烟气会送到脱硫脱硝装置处理后，经烟囱排放。</a:t>
            </a:r>
            <a:endParaRPr lang="zh-CN" altLang="en-US" sz="1000"/>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标题 70"/>
          <p:cNvSpPr>
            <a:spLocks noGrp="1"/>
          </p:cNvSpPr>
          <p:nvPr>
            <p:ph type="title"/>
            <p:custDataLst>
              <p:tags r:id="rId1"/>
            </p:custDataLst>
          </p:nvPr>
        </p:nvSpPr>
        <p:spPr>
          <a:xfrm>
            <a:off x="918280" y="245505"/>
            <a:ext cx="10969200" cy="705600"/>
          </a:xfrm>
        </p:spPr>
        <p:txBody>
          <a:bodyPr wrap="square">
            <a:normAutofit/>
          </a:bodyPr>
          <a:lstStyle/>
          <a:p>
            <a:r>
              <a:rPr lang="zh-CN" altLang="en-US" dirty="0"/>
              <a:t>炭黑生产的简易流程</a:t>
            </a:r>
            <a:endParaRPr lang="zh-CN" altLang="en-US" dirty="0"/>
          </a:p>
        </p:txBody>
      </p:sp>
      <p:pic>
        <p:nvPicPr>
          <p:cNvPr id="25" name="炭黑生产简易流程">
            <a:hlinkClick r:id="" action="ppaction://media"/>
          </p:cNvPr>
          <p:cNvPicPr/>
          <p:nvPr>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476250" y="1158875"/>
            <a:ext cx="10666730" cy="5367655"/>
          </a:xfrm>
          <a:prstGeom prst="rect">
            <a:avLst/>
          </a:prstGeom>
        </p:spPr>
      </p:pic>
    </p:spTree>
    <p:custDataLst>
      <p:tags r:id="rId6"/>
    </p:custDataLst>
  </p:cSld>
  <p:clrMapOvr>
    <a:masterClrMapping/>
  </p:clrMapOvr>
  <p:timing>
    <p:tnLst>
      <p:par>
        <p:cTn id="1" dur="indefinite" restart="never" nodeType="tmRoot">
          <p:childTnLst>
            <p:video fullScrn="0">
              <p:cMediaNode>
                <p:cTn id="2" fill="hold" display="1">
                  <p:stCondLst>
                    <p:cond delay="indefinite"/>
                  </p:stCondLst>
                </p:cTn>
                <p:tgtEl>
                  <p:spTgt spid="25"/>
                </p:tgtEl>
              </p:cMediaNode>
            </p:video>
            <p:seq concurrent="1" nextAc="seek">
              <p:cTn id="3" restart="whenNotActive" fill="hold" evtFilter="cancelBubble" nodeType="interactiveSeq">
                <p:stCondLst>
                  <p:cond evt="onClick" delay="0">
                    <p:tgtEl>
                      <p:spTgt spid="2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rot="5400000" flipH="1">
            <a:off x="6383020" y="1156790"/>
            <a:ext cx="4683125" cy="5562600"/>
          </a:xfrm>
          <a:custGeom>
            <a:avLst/>
            <a:gdLst>
              <a:gd name="adj1" fmla="val 4467"/>
              <a:gd name="adj2" fmla="val 0"/>
              <a:gd name="a1" fmla="pin 0 adj1 50000"/>
              <a:gd name="a2" fmla="pin 0 adj2 50000"/>
              <a:gd name="tx1" fmla="*/ ss a1 100000"/>
              <a:gd name="tx2" fmla="+- r 0 tx1"/>
              <a:gd name="bx1" fmla="*/ ss a2 100000"/>
              <a:gd name="bx2" fmla="+- r 0 bx1"/>
              <a:gd name="by1" fmla="+- b 0 bx1"/>
              <a:gd name="d" fmla="+- tx1 0 bx1"/>
              <a:gd name="tdx" fmla="*/ tx1 29289 100000"/>
              <a:gd name="bdx" fmla="*/ bx1 29289 100000"/>
              <a:gd name="il" fmla="?: d tdx bdx"/>
              <a:gd name="ir" fmla="+- r 0 il"/>
              <a:gd name="ib" fmla="+- b 0 bdx"/>
            </a:gdLst>
            <a:ahLst/>
            <a:cxnLst>
              <a:cxn ang="0">
                <a:pos x="r" y="vc"/>
              </a:cxn>
              <a:cxn ang="cd4">
                <a:pos x="hc" y="b"/>
              </a:cxn>
              <a:cxn ang="cd2">
                <a:pos x="l" y="vc"/>
              </a:cxn>
              <a:cxn ang="3">
                <a:pos x="hc" y="t"/>
              </a:cxn>
            </a:cxnLst>
            <a:rect l="l" t="t" r="r" b="b"/>
            <a:pathLst>
              <a:path w="7375" h="8760">
                <a:moveTo>
                  <a:pt x="329" y="0"/>
                </a:moveTo>
                <a:lnTo>
                  <a:pt x="7046" y="0"/>
                </a:lnTo>
                <a:cubicBezTo>
                  <a:pt x="7228" y="0"/>
                  <a:pt x="7375" y="147"/>
                  <a:pt x="7375" y="329"/>
                </a:cubicBezTo>
                <a:lnTo>
                  <a:pt x="7375" y="8264"/>
                </a:lnTo>
                <a:lnTo>
                  <a:pt x="456" y="8264"/>
                </a:lnTo>
                <a:lnTo>
                  <a:pt x="456" y="8760"/>
                </a:lnTo>
                <a:lnTo>
                  <a:pt x="0" y="8760"/>
                </a:lnTo>
                <a:lnTo>
                  <a:pt x="0" y="329"/>
                </a:lnTo>
                <a:cubicBezTo>
                  <a:pt x="0" y="147"/>
                  <a:pt x="147" y="0"/>
                  <a:pt x="329" y="0"/>
                </a:cubicBezTo>
                <a:close/>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lstStyle/>
          <a:p>
            <a:pPr lvl="0" algn="l">
              <a:lnSpc>
                <a:spcPct val="130000"/>
              </a:lnSpc>
              <a:spcAft>
                <a:spcPts val="0"/>
              </a:spcAft>
              <a:buClrTx/>
              <a:buSzTx/>
              <a:buFontTx/>
            </a:pPr>
            <a:r>
              <a:rPr lang="en-US" altLang="zh-CN" sz="1400" dirty="0">
                <a:solidFill>
                  <a:schemeClr val="tx1">
                    <a:lumMod val="85000"/>
                    <a:lumOff val="15000"/>
                  </a:schemeClr>
                </a:solidFill>
                <a:sym typeface="+mn-ea"/>
              </a:rPr>
              <a:t>   </a:t>
            </a:r>
            <a:endParaRPr lang="en-US" altLang="zh-CN" sz="1400" dirty="0">
              <a:solidFill>
                <a:schemeClr val="tx1">
                  <a:lumMod val="85000"/>
                  <a:lumOff val="15000"/>
                </a:schemeClr>
              </a:solidFill>
              <a:sym typeface="+mn-ea"/>
            </a:endParaRPr>
          </a:p>
        </p:txBody>
      </p:sp>
      <p:sp>
        <p:nvSpPr>
          <p:cNvPr id="8" name="任意多边形 7"/>
          <p:cNvSpPr/>
          <p:nvPr>
            <p:custDataLst>
              <p:tags r:id="rId2"/>
            </p:custDataLst>
          </p:nvPr>
        </p:nvSpPr>
        <p:spPr>
          <a:xfrm rot="16200000">
            <a:off x="1160145" y="885507"/>
            <a:ext cx="4648835" cy="5562600"/>
          </a:xfrm>
          <a:custGeom>
            <a:avLst/>
            <a:gdLst>
              <a:gd name="connsiteX0" fmla="*/ 0 w 7321"/>
              <a:gd name="connsiteY0" fmla="*/ 8760 h 8760"/>
              <a:gd name="connsiteX1" fmla="*/ 0 w 7321"/>
              <a:gd name="connsiteY1" fmla="*/ 329 h 8760"/>
              <a:gd name="connsiteX2" fmla="*/ 326 w 7321"/>
              <a:gd name="connsiteY2" fmla="*/ 0 h 8760"/>
              <a:gd name="connsiteX3" fmla="*/ 6980 w 7321"/>
              <a:gd name="connsiteY3" fmla="*/ 0 h 8760"/>
              <a:gd name="connsiteX4" fmla="*/ 7306 w 7321"/>
              <a:gd name="connsiteY4" fmla="*/ 329 h 8760"/>
              <a:gd name="connsiteX5" fmla="*/ 7321 w 7321"/>
              <a:gd name="connsiteY5" fmla="*/ 8745 h 8760"/>
              <a:gd name="connsiteX6" fmla="*/ 6916 w 7321"/>
              <a:gd name="connsiteY6" fmla="*/ 8747 h 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1" h="8760">
                <a:moveTo>
                  <a:pt x="0" y="8760"/>
                </a:moveTo>
                <a:lnTo>
                  <a:pt x="0" y="329"/>
                </a:lnTo>
                <a:cubicBezTo>
                  <a:pt x="0" y="147"/>
                  <a:pt x="146" y="0"/>
                  <a:pt x="326" y="0"/>
                </a:cubicBezTo>
                <a:lnTo>
                  <a:pt x="6980" y="0"/>
                </a:lnTo>
                <a:cubicBezTo>
                  <a:pt x="7160" y="0"/>
                  <a:pt x="7306" y="147"/>
                  <a:pt x="7306" y="329"/>
                </a:cubicBezTo>
                <a:lnTo>
                  <a:pt x="7321" y="8745"/>
                </a:lnTo>
                <a:cubicBezTo>
                  <a:pt x="7186" y="8745"/>
                  <a:pt x="7055" y="8750"/>
                  <a:pt x="6916" y="8747"/>
                </a:cubicBezTo>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lstStyle/>
          <a:p>
            <a:pPr lvl="0" algn="l">
              <a:lnSpc>
                <a:spcPct val="130000"/>
              </a:lnSpc>
              <a:spcAft>
                <a:spcPts val="0"/>
              </a:spcAft>
              <a:buClrTx/>
              <a:buSzTx/>
              <a:buFontTx/>
            </a:pPr>
            <a:endParaRPr lang="en-US" altLang="zh-CN" sz="1400" dirty="0">
              <a:solidFill>
                <a:schemeClr val="tx1">
                  <a:lumMod val="85000"/>
                  <a:lumOff val="15000"/>
                </a:schemeClr>
              </a:solidFill>
              <a:sym typeface="+mn-ea"/>
            </a:endParaRPr>
          </a:p>
        </p:txBody>
      </p:sp>
      <p:sp>
        <p:nvSpPr>
          <p:cNvPr id="51" name="标题 50"/>
          <p:cNvSpPr>
            <a:spLocks noGrp="1"/>
          </p:cNvSpPr>
          <p:nvPr>
            <p:ph type="title"/>
            <p:custDataLst>
              <p:tags r:id="rId3"/>
            </p:custDataLst>
          </p:nvPr>
        </p:nvSpPr>
        <p:spPr/>
        <p:txBody>
          <a:bodyPr/>
          <a:lstStyle/>
          <a:p>
            <a:r>
              <a:rPr lang="zh-CN" altLang="en-US"/>
              <a:t>炭黑的指标</a:t>
            </a:r>
            <a:endParaRPr lang="zh-CN" altLang="en-US"/>
          </a:p>
        </p:txBody>
      </p:sp>
      <p:sp>
        <p:nvSpPr>
          <p:cNvPr id="22" name="任意多边形 21"/>
          <p:cNvSpPr/>
          <p:nvPr>
            <p:custDataLst>
              <p:tags r:id="rId4"/>
            </p:custDataLst>
          </p:nvPr>
        </p:nvSpPr>
        <p:spPr>
          <a:xfrm>
            <a:off x="5943600" y="1596506"/>
            <a:ext cx="503555" cy="4683147"/>
          </a:xfrm>
          <a:custGeom>
            <a:avLst/>
            <a:gdLst/>
            <a:ahLst/>
            <a:cxnLst>
              <a:cxn ang="3">
                <a:pos x="hc" y="t"/>
              </a:cxn>
              <a:cxn ang="cd2">
                <a:pos x="l" y="vc"/>
              </a:cxn>
              <a:cxn ang="cd4">
                <a:pos x="hc" y="b"/>
              </a:cxn>
              <a:cxn ang="0">
                <a:pos x="r" y="vc"/>
              </a:cxn>
            </a:cxnLst>
            <a:rect l="l" t="t" r="r" b="b"/>
            <a:pathLst>
              <a:path w="793" h="7410">
                <a:moveTo>
                  <a:pt x="494" y="0"/>
                </a:moveTo>
                <a:lnTo>
                  <a:pt x="793" y="0"/>
                </a:lnTo>
                <a:lnTo>
                  <a:pt x="793" y="7410"/>
                </a:lnTo>
                <a:lnTo>
                  <a:pt x="0" y="7410"/>
                </a:lnTo>
                <a:lnTo>
                  <a:pt x="0" y="6949"/>
                </a:lnTo>
                <a:lnTo>
                  <a:pt x="494" y="6949"/>
                </a:lnTo>
                <a:lnTo>
                  <a:pt x="494" y="0"/>
                </a:lnTo>
                <a:close/>
              </a:path>
            </a:pathLst>
          </a:custGeom>
          <a:gradFill>
            <a:gsLst>
              <a:gs pos="0">
                <a:schemeClr val="accent1">
                  <a:lumMod val="50000"/>
                  <a:alpha val="32000"/>
                </a:schemeClr>
              </a:gs>
              <a:gs pos="83000">
                <a:schemeClr val="accent1">
                  <a:lumMod val="5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0" name="直角三角形 19"/>
          <p:cNvSpPr/>
          <p:nvPr>
            <p:custDataLst>
              <p:tags r:id="rId5"/>
            </p:custDataLst>
          </p:nvPr>
        </p:nvSpPr>
        <p:spPr>
          <a:xfrm flipV="1">
            <a:off x="5945980" y="5988844"/>
            <a:ext cx="323215" cy="290830"/>
          </a:xfrm>
          <a:prstGeom prst="rtTriangle">
            <a:avLst/>
          </a:prstGeom>
          <a:solidFill>
            <a:schemeClr val="accent1">
              <a:alpha val="5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4" name="文本框 63"/>
          <p:cNvSpPr txBox="1"/>
          <p:nvPr>
            <p:custDataLst>
              <p:tags r:id="rId6"/>
            </p:custDataLst>
          </p:nvPr>
        </p:nvSpPr>
        <p:spPr>
          <a:xfrm>
            <a:off x="1150620" y="1681480"/>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01</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65" name="文本框 64"/>
          <p:cNvSpPr txBox="1"/>
          <p:nvPr>
            <p:custDataLst>
              <p:tags r:id="rId7"/>
            </p:custDataLst>
          </p:nvPr>
        </p:nvSpPr>
        <p:spPr>
          <a:xfrm>
            <a:off x="1810385" y="1682115"/>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吸碘值、比表面积</a:t>
            </a:r>
            <a:endParaRPr lang="zh-CN" altLang="en-US" sz="1400" kern="1300" dirty="0">
              <a:solidFill>
                <a:schemeClr val="tx1">
                  <a:lumMod val="85000"/>
                  <a:lumOff val="15000"/>
                </a:schemeClr>
              </a:solidFill>
              <a:uFillTx/>
              <a:sym typeface="+mn-ea"/>
            </a:endParaRPr>
          </a:p>
        </p:txBody>
      </p:sp>
      <p:sp>
        <p:nvSpPr>
          <p:cNvPr id="66" name="文本框 65"/>
          <p:cNvSpPr txBox="1"/>
          <p:nvPr>
            <p:custDataLst>
              <p:tags r:id="rId8"/>
            </p:custDataLst>
          </p:nvPr>
        </p:nvSpPr>
        <p:spPr>
          <a:xfrm>
            <a:off x="1810385" y="2475230"/>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吸油值、压缩吸油值</a:t>
            </a:r>
            <a:endParaRPr lang="zh-CN" altLang="en-US" sz="1400" kern="1300" dirty="0">
              <a:solidFill>
                <a:schemeClr val="tx1">
                  <a:lumMod val="85000"/>
                  <a:lumOff val="15000"/>
                </a:schemeClr>
              </a:solidFill>
              <a:uFillTx/>
              <a:sym typeface="+mn-ea"/>
            </a:endParaRPr>
          </a:p>
        </p:txBody>
      </p:sp>
      <p:sp>
        <p:nvSpPr>
          <p:cNvPr id="67" name="文本框 66"/>
          <p:cNvSpPr txBox="1"/>
          <p:nvPr>
            <p:custDataLst>
              <p:tags r:id="rId9"/>
            </p:custDataLst>
          </p:nvPr>
        </p:nvSpPr>
        <p:spPr>
          <a:xfrm>
            <a:off x="1810385" y="3268345"/>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en-US" altLang="zh-CN" sz="1400" kern="1300" dirty="0">
                <a:solidFill>
                  <a:schemeClr val="tx1">
                    <a:lumMod val="85000"/>
                    <a:lumOff val="15000"/>
                  </a:schemeClr>
                </a:solidFill>
                <a:uFillTx/>
                <a:sym typeface="+mn-ea"/>
              </a:rPr>
              <a:t>PH</a:t>
            </a:r>
            <a:r>
              <a:rPr lang="zh-CN" altLang="en-US" sz="1400" kern="1300" dirty="0">
                <a:solidFill>
                  <a:schemeClr val="tx1">
                    <a:lumMod val="85000"/>
                    <a:lumOff val="15000"/>
                  </a:schemeClr>
                </a:solidFill>
                <a:uFillTx/>
                <a:sym typeface="+mn-ea"/>
              </a:rPr>
              <a:t>值</a:t>
            </a:r>
            <a:endParaRPr lang="zh-CN" altLang="en-US" sz="1400" kern="1300" dirty="0">
              <a:solidFill>
                <a:schemeClr val="tx1">
                  <a:lumMod val="85000"/>
                  <a:lumOff val="15000"/>
                </a:schemeClr>
              </a:solidFill>
              <a:uFillTx/>
              <a:sym typeface="+mn-ea"/>
            </a:endParaRPr>
          </a:p>
        </p:txBody>
      </p:sp>
      <p:sp>
        <p:nvSpPr>
          <p:cNvPr id="68" name="文本框 67"/>
          <p:cNvSpPr txBox="1"/>
          <p:nvPr>
            <p:custDataLst>
              <p:tags r:id="rId10"/>
            </p:custDataLst>
          </p:nvPr>
        </p:nvSpPr>
        <p:spPr>
          <a:xfrm>
            <a:off x="1810385" y="4062095"/>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着色强度</a:t>
            </a:r>
            <a:endParaRPr lang="zh-CN" altLang="en-US" sz="1400" kern="1300" dirty="0">
              <a:solidFill>
                <a:schemeClr val="tx1">
                  <a:lumMod val="85000"/>
                  <a:lumOff val="15000"/>
                </a:schemeClr>
              </a:solidFill>
              <a:uFillTx/>
              <a:sym typeface="+mn-ea"/>
            </a:endParaRPr>
          </a:p>
        </p:txBody>
      </p:sp>
      <p:sp>
        <p:nvSpPr>
          <p:cNvPr id="69" name="文本框 68"/>
          <p:cNvSpPr txBox="1"/>
          <p:nvPr>
            <p:custDataLst>
              <p:tags r:id="rId11"/>
            </p:custDataLst>
          </p:nvPr>
        </p:nvSpPr>
        <p:spPr>
          <a:xfrm>
            <a:off x="1810385" y="4856480"/>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sz="1400" kern="1300" dirty="0">
                <a:solidFill>
                  <a:schemeClr val="tx1">
                    <a:lumMod val="85000"/>
                    <a:lumOff val="15000"/>
                  </a:schemeClr>
                </a:solidFill>
                <a:uFillTx/>
                <a:sym typeface="+mn-ea"/>
              </a:rPr>
              <a:t>挥发份</a:t>
            </a:r>
            <a:endParaRPr lang="zh-CN" sz="1400" kern="1300" dirty="0">
              <a:solidFill>
                <a:schemeClr val="tx1">
                  <a:lumMod val="85000"/>
                  <a:lumOff val="15000"/>
                </a:schemeClr>
              </a:solidFill>
              <a:uFillTx/>
              <a:sym typeface="+mn-ea"/>
            </a:endParaRPr>
          </a:p>
        </p:txBody>
      </p:sp>
      <p:sp>
        <p:nvSpPr>
          <p:cNvPr id="70" name="文本框 69"/>
          <p:cNvSpPr txBox="1"/>
          <p:nvPr>
            <p:custDataLst>
              <p:tags r:id="rId12"/>
            </p:custDataLst>
          </p:nvPr>
        </p:nvSpPr>
        <p:spPr>
          <a:xfrm>
            <a:off x="1150620" y="2475865"/>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02</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71" name="文本框 70"/>
          <p:cNvSpPr txBox="1"/>
          <p:nvPr>
            <p:custDataLst>
              <p:tags r:id="rId13"/>
            </p:custDataLst>
          </p:nvPr>
        </p:nvSpPr>
        <p:spPr>
          <a:xfrm>
            <a:off x="1150620" y="3270250"/>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03</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72" name="文本框 71"/>
          <p:cNvSpPr txBox="1"/>
          <p:nvPr>
            <p:custDataLst>
              <p:tags r:id="rId14"/>
            </p:custDataLst>
          </p:nvPr>
        </p:nvSpPr>
        <p:spPr>
          <a:xfrm>
            <a:off x="1150620" y="4064635"/>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04</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73" name="文本框 72"/>
          <p:cNvSpPr txBox="1"/>
          <p:nvPr>
            <p:custDataLst>
              <p:tags r:id="rId15"/>
            </p:custDataLst>
          </p:nvPr>
        </p:nvSpPr>
        <p:spPr>
          <a:xfrm>
            <a:off x="1150620" y="4857750"/>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05</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39" name="文本框 38"/>
          <p:cNvSpPr txBox="1"/>
          <p:nvPr>
            <p:custDataLst>
              <p:tags r:id="rId16"/>
            </p:custDataLst>
          </p:nvPr>
        </p:nvSpPr>
        <p:spPr>
          <a:xfrm>
            <a:off x="6428740" y="1953260"/>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06</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40" name="文本框 39"/>
          <p:cNvSpPr txBox="1"/>
          <p:nvPr>
            <p:custDataLst>
              <p:tags r:id="rId17"/>
            </p:custDataLst>
          </p:nvPr>
        </p:nvSpPr>
        <p:spPr>
          <a:xfrm>
            <a:off x="7088505" y="1953895"/>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灰分</a:t>
            </a:r>
            <a:endParaRPr lang="zh-CN" altLang="en-US" sz="1400" kern="1300" dirty="0">
              <a:solidFill>
                <a:schemeClr val="tx1">
                  <a:lumMod val="85000"/>
                  <a:lumOff val="15000"/>
                </a:schemeClr>
              </a:solidFill>
              <a:uFillTx/>
              <a:sym typeface="+mn-ea"/>
            </a:endParaRPr>
          </a:p>
        </p:txBody>
      </p:sp>
      <p:sp>
        <p:nvSpPr>
          <p:cNvPr id="41" name="文本框 40"/>
          <p:cNvSpPr txBox="1"/>
          <p:nvPr>
            <p:custDataLst>
              <p:tags r:id="rId18"/>
            </p:custDataLst>
          </p:nvPr>
        </p:nvSpPr>
        <p:spPr>
          <a:xfrm>
            <a:off x="7088505" y="2747010"/>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颗粒强度</a:t>
            </a:r>
            <a:endParaRPr lang="zh-CN" altLang="en-US" sz="1400" kern="1300" dirty="0">
              <a:solidFill>
                <a:schemeClr val="tx1">
                  <a:lumMod val="85000"/>
                  <a:lumOff val="15000"/>
                </a:schemeClr>
              </a:solidFill>
              <a:uFillTx/>
              <a:sym typeface="+mn-ea"/>
            </a:endParaRPr>
          </a:p>
        </p:txBody>
      </p:sp>
      <p:sp>
        <p:nvSpPr>
          <p:cNvPr id="42" name="文本框 41"/>
          <p:cNvSpPr txBox="1"/>
          <p:nvPr>
            <p:custDataLst>
              <p:tags r:id="rId19"/>
            </p:custDataLst>
          </p:nvPr>
        </p:nvSpPr>
        <p:spPr>
          <a:xfrm>
            <a:off x="7088505" y="3540125"/>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细分含量</a:t>
            </a:r>
            <a:endParaRPr lang="zh-CN" altLang="en-US" sz="1400" kern="1300" dirty="0">
              <a:solidFill>
                <a:schemeClr val="tx1">
                  <a:lumMod val="85000"/>
                  <a:lumOff val="15000"/>
                </a:schemeClr>
              </a:solidFill>
              <a:uFillTx/>
              <a:sym typeface="+mn-ea"/>
            </a:endParaRPr>
          </a:p>
        </p:txBody>
      </p:sp>
      <p:sp>
        <p:nvSpPr>
          <p:cNvPr id="43" name="文本框 42"/>
          <p:cNvSpPr txBox="1"/>
          <p:nvPr>
            <p:custDataLst>
              <p:tags r:id="rId20"/>
            </p:custDataLst>
          </p:nvPr>
        </p:nvSpPr>
        <p:spPr>
          <a:xfrm>
            <a:off x="7088505" y="4333875"/>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水洗筛余物</a:t>
            </a:r>
            <a:endParaRPr lang="zh-CN" altLang="en-US" sz="1400" kern="1300" dirty="0">
              <a:solidFill>
                <a:schemeClr val="tx1">
                  <a:lumMod val="85000"/>
                  <a:lumOff val="15000"/>
                </a:schemeClr>
              </a:solidFill>
              <a:uFillTx/>
              <a:sym typeface="+mn-ea"/>
            </a:endParaRPr>
          </a:p>
        </p:txBody>
      </p:sp>
      <p:sp>
        <p:nvSpPr>
          <p:cNvPr id="44" name="文本框 43"/>
          <p:cNvSpPr txBox="1"/>
          <p:nvPr>
            <p:custDataLst>
              <p:tags r:id="rId21"/>
            </p:custDataLst>
          </p:nvPr>
        </p:nvSpPr>
        <p:spPr>
          <a:xfrm>
            <a:off x="7088505" y="5128260"/>
            <a:ext cx="3989705" cy="793750"/>
          </a:xfrm>
          <a:prstGeom prst="rect">
            <a:avLst/>
          </a:prstGeom>
          <a:noFill/>
        </p:spPr>
        <p:txBody>
          <a:bodyPr wrap="square" lIns="0" tIns="0" rIns="0" bIns="36195" rtlCol="0" anchor="ctr" anchorCtr="0">
            <a:noAutofit/>
          </a:bodyPr>
          <a:lstStyle/>
          <a:p>
            <a:pPr indent="0" algn="l" fontAlgn="ctr">
              <a:lnSpc>
                <a:spcPct val="140000"/>
              </a:lnSpc>
              <a:spcAft>
                <a:spcPts val="0"/>
              </a:spcAft>
            </a:pPr>
            <a:r>
              <a:rPr lang="zh-CN" altLang="en-US" sz="1400" kern="1300" dirty="0">
                <a:solidFill>
                  <a:schemeClr val="tx1">
                    <a:lumMod val="85000"/>
                    <a:lumOff val="15000"/>
                  </a:schemeClr>
                </a:solidFill>
                <a:uFillTx/>
                <a:sym typeface="+mn-ea"/>
              </a:rPr>
              <a:t>倾注密度</a:t>
            </a:r>
            <a:endParaRPr lang="zh-CN" altLang="en-US" sz="1400" kern="1300" dirty="0">
              <a:solidFill>
                <a:schemeClr val="tx1">
                  <a:lumMod val="85000"/>
                  <a:lumOff val="15000"/>
                </a:schemeClr>
              </a:solidFill>
              <a:uFillTx/>
              <a:sym typeface="+mn-ea"/>
            </a:endParaRPr>
          </a:p>
        </p:txBody>
      </p:sp>
      <p:sp>
        <p:nvSpPr>
          <p:cNvPr id="45" name="文本框 44"/>
          <p:cNvSpPr txBox="1"/>
          <p:nvPr>
            <p:custDataLst>
              <p:tags r:id="rId22"/>
            </p:custDataLst>
          </p:nvPr>
        </p:nvSpPr>
        <p:spPr>
          <a:xfrm>
            <a:off x="6428740" y="2747645"/>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07</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46" name="文本框 45"/>
          <p:cNvSpPr txBox="1"/>
          <p:nvPr>
            <p:custDataLst>
              <p:tags r:id="rId23"/>
            </p:custDataLst>
          </p:nvPr>
        </p:nvSpPr>
        <p:spPr>
          <a:xfrm>
            <a:off x="6428740" y="3542030"/>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08</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47" name="文本框 46"/>
          <p:cNvSpPr txBox="1"/>
          <p:nvPr>
            <p:custDataLst>
              <p:tags r:id="rId24"/>
            </p:custDataLst>
          </p:nvPr>
        </p:nvSpPr>
        <p:spPr>
          <a:xfrm>
            <a:off x="6428740" y="4336415"/>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09</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48" name="文本框 47"/>
          <p:cNvSpPr txBox="1"/>
          <p:nvPr>
            <p:custDataLst>
              <p:tags r:id="rId25"/>
            </p:custDataLst>
          </p:nvPr>
        </p:nvSpPr>
        <p:spPr>
          <a:xfrm>
            <a:off x="6428740" y="5129530"/>
            <a:ext cx="627380" cy="794385"/>
          </a:xfrm>
          <a:prstGeom prst="rect">
            <a:avLst/>
          </a:prstGeom>
          <a:noFill/>
        </p:spPr>
        <p:txBody>
          <a:bodyPr wrap="none" lIns="0" tIns="36195" rIns="0" bIns="0" rtlCol="0" anchor="ctr" anchorCtr="0">
            <a:noAutofit/>
          </a:bodyPr>
          <a:lstStyle/>
          <a:p>
            <a:pPr algn="ctr" fontAlgn="ctr"/>
            <a:r>
              <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rPr>
              <a:t>10</a:t>
            </a:r>
            <a:endParaRPr lang="en-US" altLang="zh-CN" sz="24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Tree>
    <p:custDataLst>
      <p:tags r:id="rId2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形状 27"/>
          <p:cNvSpPr/>
          <p:nvPr>
            <p:custDataLst>
              <p:tags r:id="rId1"/>
            </p:custDataLst>
          </p:nvPr>
        </p:nvSpPr>
        <p:spPr>
          <a:xfrm>
            <a:off x="0" y="0"/>
            <a:ext cx="5892800" cy="6858000"/>
          </a:xfrm>
          <a:custGeom>
            <a:avLst/>
            <a:gdLst>
              <a:gd name="connsiteX0" fmla="*/ 0 w 4419600"/>
              <a:gd name="connsiteY0" fmla="*/ 0 h 5143500"/>
              <a:gd name="connsiteX1" fmla="*/ 4419600 w 4419600"/>
              <a:gd name="connsiteY1" fmla="*/ 0 h 5143500"/>
              <a:gd name="connsiteX2" fmla="*/ 4419600 w 4419600"/>
              <a:gd name="connsiteY2" fmla="*/ 40810 h 5143500"/>
              <a:gd name="connsiteX3" fmla="*/ 4309545 w 4419600"/>
              <a:gd name="connsiteY3" fmla="*/ 59847 h 5143500"/>
              <a:gd name="connsiteX4" fmla="*/ 606350 w 4419600"/>
              <a:gd name="connsiteY4" fmla="*/ 4567941 h 5143500"/>
              <a:gd name="connsiteX5" fmla="*/ 624548 w 4419600"/>
              <a:gd name="connsiteY5" fmla="*/ 4979676 h 5143500"/>
              <a:gd name="connsiteX6" fmla="*/ 646400 w 4419600"/>
              <a:gd name="connsiteY6" fmla="*/ 5143500 h 5143500"/>
              <a:gd name="connsiteX7" fmla="*/ 0 w 44196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9600" h="5143500">
                <a:moveTo>
                  <a:pt x="0" y="0"/>
                </a:moveTo>
                <a:lnTo>
                  <a:pt x="4419600" y="0"/>
                </a:lnTo>
                <a:lnTo>
                  <a:pt x="4419600" y="40810"/>
                </a:lnTo>
                <a:lnTo>
                  <a:pt x="4309545" y="59847"/>
                </a:lnTo>
                <a:cubicBezTo>
                  <a:pt x="2198662" y="474814"/>
                  <a:pt x="606350" y="2335426"/>
                  <a:pt x="606350" y="4567941"/>
                </a:cubicBezTo>
                <a:cubicBezTo>
                  <a:pt x="606350" y="4706709"/>
                  <a:pt x="612502" y="4844040"/>
                  <a:pt x="624548" y="4979676"/>
                </a:cubicBezTo>
                <a:lnTo>
                  <a:pt x="646400" y="5143500"/>
                </a:lnTo>
                <a:lnTo>
                  <a:pt x="0" y="5143500"/>
                </a:lnTo>
                <a:close/>
              </a:path>
            </a:pathLst>
          </a:custGeom>
          <a:solidFill>
            <a:schemeClr val="accent1">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3200">
              <a:latin typeface="+mn-ea"/>
              <a:sym typeface="微软雅黑" charset="-122"/>
            </a:endParaRPr>
          </a:p>
        </p:txBody>
      </p:sp>
      <p:sp>
        <p:nvSpPr>
          <p:cNvPr id="15" name="任意形状 25"/>
          <p:cNvSpPr/>
          <p:nvPr>
            <p:custDataLst>
              <p:tags r:id="rId2"/>
            </p:custDataLst>
          </p:nvPr>
        </p:nvSpPr>
        <p:spPr>
          <a:xfrm flipH="1" flipV="1">
            <a:off x="8397543" y="4970052"/>
            <a:ext cx="3794457" cy="1887948"/>
          </a:xfrm>
          <a:custGeom>
            <a:avLst/>
            <a:gdLst>
              <a:gd name="connsiteX0" fmla="*/ 0 w 2845843"/>
              <a:gd name="connsiteY0" fmla="*/ 1415961 h 1415961"/>
              <a:gd name="connsiteX1" fmla="*/ 0 w 2845843"/>
              <a:gd name="connsiteY1" fmla="*/ 0 h 1415961"/>
              <a:gd name="connsiteX2" fmla="*/ 2845843 w 2845843"/>
              <a:gd name="connsiteY2" fmla="*/ 0 h 1415961"/>
              <a:gd name="connsiteX3" fmla="*/ 2651432 w 2845843"/>
              <a:gd name="connsiteY3" fmla="*/ 24238 h 1415961"/>
              <a:gd name="connsiteX4" fmla="*/ 142714 w 2845843"/>
              <a:gd name="connsiteY4" fmla="*/ 1265403 h 1415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5843" h="1415961">
                <a:moveTo>
                  <a:pt x="0" y="1415961"/>
                </a:moveTo>
                <a:lnTo>
                  <a:pt x="0" y="0"/>
                </a:lnTo>
                <a:lnTo>
                  <a:pt x="2845843" y="0"/>
                </a:lnTo>
                <a:lnTo>
                  <a:pt x="2651432" y="24238"/>
                </a:lnTo>
                <a:cubicBezTo>
                  <a:pt x="1683526" y="169017"/>
                  <a:pt x="814319" y="615706"/>
                  <a:pt x="142714" y="1265403"/>
                </a:cubicBezTo>
                <a:close/>
              </a:path>
            </a:pathLst>
          </a:custGeom>
          <a:solidFill>
            <a:schemeClr val="accent1">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sz="3200">
              <a:latin typeface="+mn-ea"/>
              <a:sym typeface="微软雅黑" charset="-122"/>
            </a:endParaRPr>
          </a:p>
        </p:txBody>
      </p:sp>
      <p:sp>
        <p:nvSpPr>
          <p:cNvPr id="16" name="标题 15"/>
          <p:cNvSpPr>
            <a:spLocks noGrp="1"/>
          </p:cNvSpPr>
          <p:nvPr>
            <p:ph type="title"/>
            <p:custDataLst>
              <p:tags r:id="rId3"/>
            </p:custDataLst>
          </p:nvPr>
        </p:nvSpPr>
        <p:spPr/>
        <p:txBody>
          <a:bodyPr/>
          <a:lstStyle/>
          <a:p>
            <a:r>
              <a:rPr lang="zh-CN" altLang="en-US"/>
              <a:t>炭黑的粒径与比表面积</a:t>
            </a:r>
            <a:endParaRPr lang="zh-CN" altLang="en-US"/>
          </a:p>
        </p:txBody>
      </p:sp>
      <p:sp useBgFill="1">
        <p:nvSpPr>
          <p:cNvPr id="8" name="圆角矩形 5"/>
          <p:cNvSpPr/>
          <p:nvPr>
            <p:custDataLst>
              <p:tags r:id="rId4"/>
            </p:custDataLst>
          </p:nvPr>
        </p:nvSpPr>
        <p:spPr>
          <a:xfrm>
            <a:off x="6341936" y="2136140"/>
            <a:ext cx="4585590" cy="3048000"/>
          </a:xfrm>
          <a:prstGeom prst="roundRect">
            <a:avLst>
              <a:gd name="adj" fmla="val 6373"/>
            </a:avLst>
          </a:prstGeom>
          <a:effectLst>
            <a:outerShdw blurRad="508000" dist="76200" dir="5400000" algn="bl" rotWithShape="0">
              <a:schemeClr val="accent1">
                <a:alpha val="20000"/>
              </a:schemeClr>
            </a:outerShdw>
          </a:effectLst>
        </p:spPr>
        <p:txBody>
          <a:bodyPr vert="horz" wrap="square" numCol="1" spcCol="0" rtlCol="0" fromWordArt="0" anchor="ctr" anchorCtr="0" forceAA="0" compatLnSpc="0">
            <a:noAutofit/>
          </a:bodyPr>
          <a:p>
            <a:pPr lvl="0" algn="ctr">
              <a:buClrTx/>
              <a:buSzTx/>
              <a:buFontTx/>
            </a:pPr>
            <a:endParaRPr kumimoji="1" lang="zh-CN" altLang="en-US" sz="3200" dirty="0">
              <a:latin typeface="+mn-ea"/>
              <a:sym typeface="微软雅黑" charset="-122"/>
            </a:endParaRPr>
          </a:p>
        </p:txBody>
      </p:sp>
      <p:sp>
        <p:nvSpPr>
          <p:cNvPr id="5" name="圆角矩形 5"/>
          <p:cNvSpPr/>
          <p:nvPr>
            <p:custDataLst>
              <p:tags r:id="rId5"/>
            </p:custDataLst>
          </p:nvPr>
        </p:nvSpPr>
        <p:spPr>
          <a:xfrm>
            <a:off x="6341301" y="2136140"/>
            <a:ext cx="4585590" cy="3048000"/>
          </a:xfrm>
          <a:prstGeom prst="roundRect">
            <a:avLst>
              <a:gd name="adj" fmla="val 6373"/>
            </a:avLst>
          </a:prstGeom>
          <a:solidFill>
            <a:schemeClr val="lt1">
              <a:alpha val="15000"/>
            </a:schemeClr>
          </a:solidFill>
          <a:effectLst/>
        </p:spPr>
        <p:txBody>
          <a:bodyPr vert="horz" wrap="square" numCol="1" spcCol="0" rtlCol="0" fromWordArt="0" anchor="ctr" anchorCtr="0" forceAA="0" compatLnSpc="0">
            <a:noAutofit/>
          </a:bodyPr>
          <a:p>
            <a:pPr lvl="0" algn="ctr">
              <a:buClrTx/>
              <a:buSzTx/>
              <a:buFontTx/>
            </a:pPr>
            <a:endParaRPr kumimoji="1" lang="zh-CN" altLang="en-US" sz="3200" dirty="0">
              <a:latin typeface="+mn-ea"/>
              <a:sym typeface="微软雅黑" charset="-122"/>
            </a:endParaRPr>
          </a:p>
        </p:txBody>
      </p:sp>
      <p:sp>
        <p:nvSpPr>
          <p:cNvPr id="11" name="矩形 10"/>
          <p:cNvSpPr/>
          <p:nvPr>
            <p:custDataLst>
              <p:tags r:id="rId6"/>
            </p:custDataLst>
          </p:nvPr>
        </p:nvSpPr>
        <p:spPr>
          <a:xfrm>
            <a:off x="6864309" y="3306527"/>
            <a:ext cx="3528000" cy="329244"/>
          </a:xfrm>
          <a:prstGeom prst="rect">
            <a:avLst/>
          </a:prstGeom>
          <a:noFill/>
        </p:spPr>
        <p:txBody>
          <a:bodyPr wrap="square" lIns="0" tIns="0" rIns="0" bIns="0" rtlCol="0">
            <a:noAutofit/>
          </a:bodyPr>
          <a:p>
            <a:pPr>
              <a:spcBef>
                <a:spcPct val="0"/>
              </a:spcBef>
              <a:spcAft>
                <a:spcPct val="0"/>
              </a:spcAft>
            </a:pPr>
            <a:r>
              <a:rPr kumimoji="1" lang="zh-CN" altLang="en-US" sz="2400" b="1">
                <a:solidFill>
                  <a:schemeClr val="tx1"/>
                </a:solidFill>
                <a:latin typeface="+mn-ea"/>
                <a:cs typeface="+mn-ea"/>
              </a:rPr>
              <a:t>炭黑的粒径是指单颗炭黑粒子火炬集体中原生粒子的平均粒径大小，单位常为</a:t>
            </a:r>
            <a:r>
              <a:rPr kumimoji="1" lang="en-US" altLang="zh-CN" sz="2400" b="1">
                <a:solidFill>
                  <a:schemeClr val="tx1"/>
                </a:solidFill>
                <a:latin typeface="+mn-ea"/>
                <a:cs typeface="+mn-ea"/>
              </a:rPr>
              <a:t>nm</a:t>
            </a:r>
            <a:r>
              <a:rPr kumimoji="1" lang="zh-CN" altLang="en-US" sz="2400" b="1">
                <a:solidFill>
                  <a:schemeClr val="tx1"/>
                </a:solidFill>
                <a:latin typeface="+mn-ea"/>
                <a:cs typeface="+mn-ea"/>
              </a:rPr>
              <a:t>。</a:t>
            </a:r>
            <a:endParaRPr kumimoji="1" lang="zh-CN" altLang="en-US" sz="2400" b="1">
              <a:solidFill>
                <a:schemeClr val="tx1"/>
              </a:solidFill>
              <a:latin typeface="+mn-ea"/>
              <a:cs typeface="+mn-ea"/>
            </a:endParaRPr>
          </a:p>
        </p:txBody>
      </p:sp>
      <p:pic>
        <p:nvPicPr>
          <p:cNvPr id="12" name="图形 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6889914" y="2578644"/>
            <a:ext cx="505652" cy="488982"/>
          </a:xfrm>
          <a:prstGeom prst="rect">
            <a:avLst/>
          </a:prstGeom>
        </p:spPr>
      </p:pic>
      <p:pic>
        <p:nvPicPr>
          <p:cNvPr id="17" name="图形 1"/>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278650" y="2578644"/>
            <a:ext cx="506467" cy="503870"/>
          </a:xfrm>
          <a:prstGeom prst="rect">
            <a:avLst/>
          </a:prstGeom>
        </p:spPr>
      </p:pic>
      <p:sp>
        <p:nvSpPr>
          <p:cNvPr id="18" name="矩形 17"/>
          <p:cNvSpPr/>
          <p:nvPr>
            <p:custDataLst>
              <p:tags r:id="rId13"/>
            </p:custDataLst>
          </p:nvPr>
        </p:nvSpPr>
        <p:spPr>
          <a:xfrm>
            <a:off x="1265112" y="3306527"/>
            <a:ext cx="3528000" cy="329244"/>
          </a:xfrm>
          <a:prstGeom prst="rect">
            <a:avLst/>
          </a:prstGeom>
          <a:noFill/>
        </p:spPr>
        <p:txBody>
          <a:bodyPr wrap="square" lIns="0" tIns="0" rIns="0" bIns="0" rtlCol="0">
            <a:noAutofit/>
          </a:bodyPr>
          <a:p>
            <a:pPr>
              <a:spcBef>
                <a:spcPct val="0"/>
              </a:spcBef>
              <a:spcAft>
                <a:spcPct val="0"/>
              </a:spcAft>
            </a:pPr>
            <a:r>
              <a:rPr kumimoji="1" lang="zh-CN" altLang="en-US" sz="2400" b="1">
                <a:solidFill>
                  <a:schemeClr val="tx1"/>
                </a:solidFill>
                <a:latin typeface="+mn-ea"/>
                <a:cs typeface="+mn-ea"/>
              </a:rPr>
              <a:t>炭黑的粒径是炭黑对橡胶补强的第一要素。</a:t>
            </a:r>
            <a:endParaRPr kumimoji="1" lang="zh-CN" altLang="en-US" sz="2400" b="1">
              <a:solidFill>
                <a:schemeClr val="tx1"/>
              </a:solidFill>
              <a:latin typeface="+mn-ea"/>
              <a:cs typeface="+mn-ea"/>
            </a:endParaRPr>
          </a:p>
          <a:p>
            <a:pPr>
              <a:spcBef>
                <a:spcPct val="0"/>
              </a:spcBef>
              <a:spcAft>
                <a:spcPct val="0"/>
              </a:spcAft>
            </a:pPr>
            <a:endParaRPr kumimoji="1" lang="zh-CN" altLang="en-US" sz="2400" b="1">
              <a:solidFill>
                <a:schemeClr val="tx1"/>
              </a:solidFill>
              <a:latin typeface="+mn-ea"/>
              <a:cs typeface="+mn-ea"/>
            </a:endParaRPr>
          </a:p>
        </p:txBody>
      </p:sp>
      <p:sp>
        <p:nvSpPr>
          <p:cNvPr id="3" name="文本框 2"/>
          <p:cNvSpPr txBox="1"/>
          <p:nvPr/>
        </p:nvSpPr>
        <p:spPr>
          <a:xfrm>
            <a:off x="1264920" y="5687695"/>
            <a:ext cx="9662160" cy="676910"/>
          </a:xfrm>
          <a:prstGeom prst="rect">
            <a:avLst/>
          </a:prstGeom>
          <a:noFill/>
        </p:spPr>
        <p:txBody>
          <a:bodyPr wrap="square" rtlCol="0">
            <a:noAutofit/>
          </a:bodyPr>
          <a:p>
            <a:r>
              <a:rPr lang="zh-CN" altLang="en-US"/>
              <a:t>测试方法：电子显微镜放大用标尺测量。不准确。</a:t>
            </a:r>
            <a:endParaRPr lang="zh-CN" altLang="en-US"/>
          </a:p>
        </p:txBody>
      </p:sp>
    </p:spTree>
    <p:custDataLst>
      <p:tags r:id="rId1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炭黑的粒径与</a:t>
            </a:r>
            <a:r>
              <a:rPr lang="zh-CN" altLang="en-US">
                <a:sym typeface="+mn-ea"/>
              </a:rPr>
              <a:t>比表面积</a:t>
            </a:r>
            <a:endParaRPr lang="zh-CN" altLang="en-US"/>
          </a:p>
        </p:txBody>
      </p:sp>
      <p:sp>
        <p:nvSpPr>
          <p:cNvPr id="3" name="圆环2"/>
          <p:cNvSpPr/>
          <p:nvPr>
            <p:custDataLst>
              <p:tags r:id="rId2"/>
            </p:custDataLst>
          </p:nvPr>
        </p:nvSpPr>
        <p:spPr>
          <a:xfrm>
            <a:off x="2085599" y="4617592"/>
            <a:ext cx="8020803" cy="1361271"/>
          </a:xfrm>
          <a:custGeom>
            <a:avLst/>
            <a:gdLst>
              <a:gd name="connsiteX0" fmla="*/ 6063732 w 6845299"/>
              <a:gd name="connsiteY0" fmla="*/ 247688 h 1361271"/>
              <a:gd name="connsiteX1" fmla="*/ 6845299 w 6845299"/>
              <a:gd name="connsiteY1" fmla="*/ 680635 h 1361271"/>
              <a:gd name="connsiteX2" fmla="*/ 3422649 w 6845299"/>
              <a:gd name="connsiteY2" fmla="*/ 1361271 h 1361271"/>
              <a:gd name="connsiteX3" fmla="*/ 0 w 6845299"/>
              <a:gd name="connsiteY3" fmla="*/ 680636 h 1361271"/>
              <a:gd name="connsiteX4" fmla="*/ 3422650 w 6845299"/>
              <a:gd name="connsiteY4" fmla="*/ 0 h 1361271"/>
              <a:gd name="connsiteX5" fmla="*/ 6063732 w 6845299"/>
              <a:gd name="connsiteY5" fmla="*/ 247688 h 1361271"/>
              <a:gd name="connsiteX6" fmla="*/ 5627629 w 6845299"/>
              <a:gd name="connsiteY6" fmla="*/ 261458 h 1361271"/>
              <a:gd name="connsiteX7" fmla="*/ 3435819 w 6845299"/>
              <a:gd name="connsiteY7" fmla="*/ 55904 h 1361271"/>
              <a:gd name="connsiteX8" fmla="*/ 595393 w 6845299"/>
              <a:gd name="connsiteY8" fmla="*/ 620756 h 1361271"/>
              <a:gd name="connsiteX9" fmla="*/ 3435819 w 6845299"/>
              <a:gd name="connsiteY9" fmla="*/ 1185609 h 1361271"/>
              <a:gd name="connsiteX10" fmla="*/ 6276245 w 6845299"/>
              <a:gd name="connsiteY10" fmla="*/ 620757 h 1361271"/>
              <a:gd name="connsiteX11" fmla="*/ 5627629 w 6845299"/>
              <a:gd name="connsiteY11" fmla="*/ 261458 h 1361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45299" h="1361271">
                <a:moveTo>
                  <a:pt x="6063732" y="247688"/>
                </a:moveTo>
                <a:cubicBezTo>
                  <a:pt x="6551994" y="365342"/>
                  <a:pt x="6845300" y="516177"/>
                  <a:pt x="6845299" y="680635"/>
                </a:cubicBezTo>
                <a:cubicBezTo>
                  <a:pt x="6845299" y="1056539"/>
                  <a:pt x="5312927" y="1361270"/>
                  <a:pt x="3422649" y="1361271"/>
                </a:cubicBezTo>
                <a:cubicBezTo>
                  <a:pt x="1532372" y="1361270"/>
                  <a:pt x="-1" y="1056539"/>
                  <a:pt x="0" y="680636"/>
                </a:cubicBezTo>
                <a:cubicBezTo>
                  <a:pt x="-1" y="304731"/>
                  <a:pt x="1532373" y="0"/>
                  <a:pt x="3422650" y="0"/>
                </a:cubicBezTo>
                <a:cubicBezTo>
                  <a:pt x="4485931" y="0"/>
                  <a:pt x="5435968" y="96419"/>
                  <a:pt x="6063732" y="247688"/>
                </a:cubicBezTo>
                <a:close/>
                <a:moveTo>
                  <a:pt x="5627629" y="261458"/>
                </a:moveTo>
                <a:cubicBezTo>
                  <a:pt x="5106654" y="135921"/>
                  <a:pt x="4318226" y="55904"/>
                  <a:pt x="3435819" y="55904"/>
                </a:cubicBezTo>
                <a:cubicBezTo>
                  <a:pt x="1867095" y="55904"/>
                  <a:pt x="595393" y="308797"/>
                  <a:pt x="595393" y="620756"/>
                </a:cubicBezTo>
                <a:cubicBezTo>
                  <a:pt x="595393" y="932716"/>
                  <a:pt x="1867095" y="1185608"/>
                  <a:pt x="3435819" y="1185609"/>
                </a:cubicBezTo>
                <a:cubicBezTo>
                  <a:pt x="5004543" y="1185608"/>
                  <a:pt x="6276245" y="932715"/>
                  <a:pt x="6276245" y="620757"/>
                </a:cubicBezTo>
                <a:cubicBezTo>
                  <a:pt x="6276244" y="484274"/>
                  <a:pt x="6032833" y="359098"/>
                  <a:pt x="5627629" y="261458"/>
                </a:cubicBezTo>
                <a:close/>
              </a:path>
            </a:pathLst>
          </a:custGeom>
          <a:gradFill flip="none" rotWithShape="1">
            <a:gsLst>
              <a:gs pos="0">
                <a:schemeClr val="accent1">
                  <a:alpha val="0"/>
                </a:schemeClr>
              </a:gs>
              <a:gs pos="100000">
                <a:schemeClr val="accent1">
                  <a:alpha val="4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 name="圆环1"/>
          <p:cNvSpPr/>
          <p:nvPr>
            <p:custDataLst>
              <p:tags r:id="rId3"/>
            </p:custDataLst>
          </p:nvPr>
        </p:nvSpPr>
        <p:spPr>
          <a:xfrm>
            <a:off x="1756178" y="4549012"/>
            <a:ext cx="8679644" cy="1528816"/>
          </a:xfrm>
          <a:prstGeom prst="ellipse">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46" name="Freeform 10"/>
          <p:cNvSpPr/>
          <p:nvPr>
            <p:custDataLst>
              <p:tags r:id="rId4"/>
            </p:custDataLst>
          </p:nvPr>
        </p:nvSpPr>
        <p:spPr>
          <a:xfrm>
            <a:off x="1446530" y="3647440"/>
            <a:ext cx="3177540" cy="768985"/>
          </a:xfrm>
          <a:custGeom>
            <a:avLst/>
            <a:gdLst/>
            <a:ahLst/>
            <a:cxnLst/>
            <a:rect l="0" t="0" r="0" b="0"/>
            <a:pathLst>
              <a:path w="3943351" h="778002">
                <a:moveTo>
                  <a:pt x="0" y="0"/>
                </a:moveTo>
                <a:lnTo>
                  <a:pt x="0" y="688001"/>
                </a:lnTo>
                <a:cubicBezTo>
                  <a:pt x="0" y="737681"/>
                  <a:pt x="40320" y="778001"/>
                  <a:pt x="90000" y="778001"/>
                </a:cubicBezTo>
                <a:lnTo>
                  <a:pt x="3943350" y="778001"/>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Freeform 11"/>
          <p:cNvSpPr/>
          <p:nvPr>
            <p:custDataLst>
              <p:tags r:id="rId5"/>
            </p:custDataLst>
          </p:nvPr>
        </p:nvSpPr>
        <p:spPr>
          <a:xfrm>
            <a:off x="7585710" y="3636645"/>
            <a:ext cx="3177540" cy="777875"/>
          </a:xfrm>
          <a:custGeom>
            <a:avLst/>
            <a:gdLst/>
            <a:ahLst/>
            <a:cxnLst/>
            <a:rect l="0" t="0" r="0" b="0"/>
            <a:pathLst>
              <a:path w="3943351" h="778002">
                <a:moveTo>
                  <a:pt x="3943350" y="0"/>
                </a:moveTo>
                <a:lnTo>
                  <a:pt x="3943350" y="688001"/>
                </a:lnTo>
                <a:cubicBezTo>
                  <a:pt x="3943350" y="737681"/>
                  <a:pt x="3903030" y="778001"/>
                  <a:pt x="3853350" y="778001"/>
                </a:cubicBezTo>
                <a:lnTo>
                  <a:pt x="0" y="778001"/>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reeform 15"/>
          <p:cNvSpPr/>
          <p:nvPr>
            <p:custDataLst>
              <p:tags r:id="rId6"/>
            </p:custDataLst>
          </p:nvPr>
        </p:nvSpPr>
        <p:spPr>
          <a:xfrm>
            <a:off x="4550410" y="3636645"/>
            <a:ext cx="832485" cy="779145"/>
          </a:xfrm>
          <a:custGeom>
            <a:avLst/>
            <a:gdLst/>
            <a:ahLst/>
            <a:cxnLst/>
            <a:rect l="0" t="0" r="0" b="0"/>
            <a:pathLst>
              <a:path w="1043429" h="526812">
                <a:moveTo>
                  <a:pt x="0" y="0"/>
                </a:moveTo>
                <a:lnTo>
                  <a:pt x="0" y="436811"/>
                </a:lnTo>
                <a:cubicBezTo>
                  <a:pt x="0" y="486491"/>
                  <a:pt x="40320" y="526811"/>
                  <a:pt x="90000" y="526811"/>
                </a:cubicBezTo>
                <a:lnTo>
                  <a:pt x="1043428" y="526811"/>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Freeform 37"/>
          <p:cNvSpPr/>
          <p:nvPr>
            <p:custDataLst>
              <p:tags r:id="rId7"/>
            </p:custDataLst>
          </p:nvPr>
        </p:nvSpPr>
        <p:spPr>
          <a:xfrm>
            <a:off x="6820535" y="3636645"/>
            <a:ext cx="821055" cy="779145"/>
          </a:xfrm>
          <a:custGeom>
            <a:avLst/>
            <a:gdLst/>
            <a:ahLst/>
            <a:cxnLst/>
            <a:rect l="0" t="0" r="0" b="0"/>
            <a:pathLst>
              <a:path w="1043429" h="526812">
                <a:moveTo>
                  <a:pt x="1043428" y="0"/>
                </a:moveTo>
                <a:lnTo>
                  <a:pt x="1043428" y="436811"/>
                </a:lnTo>
                <a:cubicBezTo>
                  <a:pt x="1043428" y="486491"/>
                  <a:pt x="1003108" y="526811"/>
                  <a:pt x="953428" y="526811"/>
                </a:cubicBezTo>
                <a:lnTo>
                  <a:pt x="0" y="526811"/>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8"/>
            </p:custDataLst>
          </p:nvPr>
        </p:nvSpPr>
        <p:spPr>
          <a:xfrm>
            <a:off x="589915" y="2306320"/>
            <a:ext cx="1711960" cy="368300"/>
          </a:xfrm>
          <a:prstGeom prst="rect">
            <a:avLst/>
          </a:prstGeom>
          <a:noFill/>
        </p:spPr>
        <p:txBody>
          <a:bodyPr wrap="square" lIns="0" tIns="0" rIns="0" bIns="0" rtlCol="0" anchor="b">
            <a:noAutofit/>
          </a:bodyPr>
          <a:lstStyle/>
          <a:p>
            <a:pPr algn="ctr">
              <a:spcBef>
                <a:spcPct val="0"/>
              </a:spcBef>
              <a:spcAft>
                <a:spcPct val="0"/>
              </a:spcAft>
            </a:pPr>
            <a:r>
              <a:rPr lang="zh-CN" altLang="en-US" sz="1600" b="1">
                <a:solidFill>
                  <a:schemeClr val="accent1"/>
                </a:solidFill>
                <a:latin typeface="+mn-ea"/>
                <a:cs typeface="+mn-ea"/>
                <a:sym typeface="+mn-ea"/>
              </a:rPr>
              <a:t>电子显微镜法</a:t>
            </a:r>
            <a:endParaRPr lang="zh-CN" altLang="en-US" sz="1600" b="1">
              <a:solidFill>
                <a:schemeClr val="accent1"/>
              </a:solidFill>
              <a:latin typeface="+mn-ea"/>
              <a:cs typeface="+mn-ea"/>
              <a:sym typeface="+mn-ea"/>
            </a:endParaRPr>
          </a:p>
        </p:txBody>
      </p:sp>
      <p:sp>
        <p:nvSpPr>
          <p:cNvPr id="6" name="矩形 5"/>
          <p:cNvSpPr/>
          <p:nvPr>
            <p:custDataLst>
              <p:tags r:id="rId9"/>
            </p:custDataLst>
          </p:nvPr>
        </p:nvSpPr>
        <p:spPr>
          <a:xfrm>
            <a:off x="3724910" y="4347210"/>
            <a:ext cx="4970145" cy="1289050"/>
          </a:xfrm>
          <a:prstGeom prst="rect">
            <a:avLst/>
          </a:prstGeom>
          <a:noFill/>
        </p:spPr>
        <p:txBody>
          <a:bodyPr wrap="square" lIns="0" tIns="0" rIns="0" bIns="0" rtlCol="0" anchor="b">
            <a:noAutofit/>
          </a:bodyPr>
          <a:lstStyle/>
          <a:p>
            <a:pPr algn="ctr">
              <a:spcBef>
                <a:spcPct val="0"/>
              </a:spcBef>
              <a:spcAft>
                <a:spcPct val="0"/>
              </a:spcAft>
            </a:pPr>
            <a:r>
              <a:rPr lang="zh-CN" altLang="en-US" sz="2000" b="1" dirty="0">
                <a:solidFill>
                  <a:schemeClr val="accent1"/>
                </a:solidFill>
                <a:latin typeface="+mn-ea"/>
                <a:cs typeface="+mn-ea"/>
                <a:sym typeface="+mn-ea"/>
              </a:rPr>
              <a:t>比表面积：单位质量或单位体积中炭黑粒子的总表面积。比表面积大，粒径小。</a:t>
            </a:r>
            <a:endParaRPr lang="zh-CN" altLang="en-US" sz="2000" b="1" dirty="0">
              <a:solidFill>
                <a:schemeClr val="accent1"/>
              </a:solidFill>
              <a:latin typeface="+mn-ea"/>
              <a:cs typeface="+mn-ea"/>
              <a:sym typeface="+mn-ea"/>
            </a:endParaRPr>
          </a:p>
        </p:txBody>
      </p:sp>
      <p:sp>
        <p:nvSpPr>
          <p:cNvPr id="9" name="矩形 8"/>
          <p:cNvSpPr/>
          <p:nvPr>
            <p:custDataLst>
              <p:tags r:id="rId10"/>
            </p:custDataLst>
          </p:nvPr>
        </p:nvSpPr>
        <p:spPr>
          <a:xfrm>
            <a:off x="3724910" y="2293620"/>
            <a:ext cx="1711960" cy="500380"/>
          </a:xfrm>
          <a:prstGeom prst="rect">
            <a:avLst/>
          </a:prstGeom>
          <a:noFill/>
        </p:spPr>
        <p:txBody>
          <a:bodyPr wrap="square" lIns="0" tIns="0" rIns="0" bIns="0" rtlCol="0" anchor="b">
            <a:noAutofit/>
          </a:bodyPr>
          <a:lstStyle/>
          <a:p>
            <a:pPr algn="ctr">
              <a:spcBef>
                <a:spcPct val="0"/>
              </a:spcBef>
              <a:spcAft>
                <a:spcPct val="0"/>
              </a:spcAft>
            </a:pPr>
            <a:r>
              <a:rPr lang="en-US" altLang="zh-CN" sz="1600" b="1">
                <a:solidFill>
                  <a:schemeClr val="accent1"/>
                </a:solidFill>
                <a:latin typeface="+mn-ea"/>
                <a:cs typeface="+mn-ea"/>
                <a:sym typeface="+mn-ea"/>
              </a:rPr>
              <a:t>BET</a:t>
            </a:r>
            <a:r>
              <a:rPr lang="zh-CN" altLang="en-US" sz="1600" b="1">
                <a:solidFill>
                  <a:schemeClr val="accent1"/>
                </a:solidFill>
                <a:latin typeface="+mn-ea"/>
                <a:cs typeface="+mn-ea"/>
                <a:sym typeface="+mn-ea"/>
              </a:rPr>
              <a:t>法（低温氮吸附法，总表面积）</a:t>
            </a:r>
            <a:endParaRPr lang="zh-CN" altLang="en-US" sz="1600" b="1">
              <a:solidFill>
                <a:schemeClr val="accent1"/>
              </a:solidFill>
              <a:latin typeface="+mn-ea"/>
              <a:cs typeface="+mn-ea"/>
              <a:sym typeface="+mn-ea"/>
            </a:endParaRPr>
          </a:p>
        </p:txBody>
      </p:sp>
      <p:sp>
        <p:nvSpPr>
          <p:cNvPr id="12" name="矩形 11"/>
          <p:cNvSpPr/>
          <p:nvPr>
            <p:custDataLst>
              <p:tags r:id="rId11"/>
            </p:custDataLst>
          </p:nvPr>
        </p:nvSpPr>
        <p:spPr>
          <a:xfrm>
            <a:off x="6753860" y="2293620"/>
            <a:ext cx="1711960" cy="500380"/>
          </a:xfrm>
          <a:prstGeom prst="rect">
            <a:avLst/>
          </a:prstGeom>
          <a:noFill/>
        </p:spPr>
        <p:txBody>
          <a:bodyPr wrap="square" lIns="0" tIns="0" rIns="0" bIns="0" rtlCol="0" anchor="b">
            <a:noAutofit/>
          </a:bodyPr>
          <a:lstStyle/>
          <a:p>
            <a:pPr algn="l">
              <a:spcBef>
                <a:spcPct val="0"/>
              </a:spcBef>
              <a:spcAft>
                <a:spcPct val="0"/>
              </a:spcAft>
            </a:pPr>
            <a:r>
              <a:rPr lang="zh-CN" altLang="en-US" sz="1600" b="1">
                <a:solidFill>
                  <a:schemeClr val="accent1"/>
                </a:solidFill>
                <a:latin typeface="+mn-ea"/>
                <a:cs typeface="+mn-ea"/>
                <a:sym typeface="+mn-ea"/>
              </a:rPr>
              <a:t>碘吸附法（外表面积）</a:t>
            </a:r>
            <a:endParaRPr lang="zh-CN" altLang="en-US" sz="1600" b="1">
              <a:solidFill>
                <a:schemeClr val="accent1"/>
              </a:solidFill>
              <a:latin typeface="+mn-ea"/>
              <a:cs typeface="+mn-ea"/>
              <a:sym typeface="+mn-ea"/>
            </a:endParaRPr>
          </a:p>
        </p:txBody>
      </p:sp>
      <p:sp>
        <p:nvSpPr>
          <p:cNvPr id="14" name="矩形 13"/>
          <p:cNvSpPr/>
          <p:nvPr>
            <p:custDataLst>
              <p:tags r:id="rId12"/>
            </p:custDataLst>
          </p:nvPr>
        </p:nvSpPr>
        <p:spPr>
          <a:xfrm>
            <a:off x="9782810" y="2306320"/>
            <a:ext cx="1711960" cy="1016000"/>
          </a:xfrm>
          <a:prstGeom prst="rect">
            <a:avLst/>
          </a:prstGeom>
          <a:noFill/>
        </p:spPr>
        <p:txBody>
          <a:bodyPr wrap="square" lIns="0" tIns="0" rIns="0" bIns="0" rtlCol="0" anchor="b">
            <a:noAutofit/>
          </a:bodyPr>
          <a:lstStyle/>
          <a:p>
            <a:pPr algn="l">
              <a:spcBef>
                <a:spcPct val="0"/>
              </a:spcBef>
              <a:spcAft>
                <a:spcPct val="0"/>
              </a:spcAft>
            </a:pPr>
            <a:r>
              <a:rPr lang="en-US" altLang="zh-CN" sz="1600" b="1">
                <a:solidFill>
                  <a:schemeClr val="accent1"/>
                </a:solidFill>
                <a:latin typeface="+mn-ea"/>
                <a:cs typeface="+mn-ea"/>
                <a:sym typeface="+mn-ea"/>
              </a:rPr>
              <a:t>CATB</a:t>
            </a:r>
            <a:r>
              <a:rPr lang="zh-CN" altLang="en-US" sz="1600" b="1">
                <a:solidFill>
                  <a:schemeClr val="accent1"/>
                </a:solidFill>
                <a:latin typeface="+mn-ea"/>
                <a:cs typeface="+mn-ea"/>
                <a:sym typeface="+mn-ea"/>
              </a:rPr>
              <a:t>大分子吸附法（十六烷基三甲基溴化烷，外表面积）</a:t>
            </a:r>
            <a:endParaRPr lang="zh-CN" altLang="en-US" sz="1600" b="1">
              <a:solidFill>
                <a:schemeClr val="accent1"/>
              </a:solidFill>
              <a:latin typeface="+mn-ea"/>
              <a:cs typeface="+mn-ea"/>
              <a:sym typeface="+mn-ea"/>
            </a:endParaRPr>
          </a:p>
        </p:txBody>
      </p:sp>
      <p:sp>
        <p:nvSpPr>
          <p:cNvPr id="66" name="椭圆 65"/>
          <p:cNvSpPr/>
          <p:nvPr>
            <p:custDataLst>
              <p:tags r:id="rId13"/>
            </p:custDataLst>
          </p:nvPr>
        </p:nvSpPr>
        <p:spPr>
          <a:xfrm>
            <a:off x="1392066" y="3616873"/>
            <a:ext cx="106983" cy="10698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custDataLst>
              <p:tags r:id="rId14"/>
            </p:custDataLst>
          </p:nvPr>
        </p:nvSpPr>
        <p:spPr>
          <a:xfrm>
            <a:off x="4495239" y="3616873"/>
            <a:ext cx="106983" cy="10698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custDataLst>
              <p:tags r:id="rId15"/>
            </p:custDataLst>
          </p:nvPr>
        </p:nvSpPr>
        <p:spPr>
          <a:xfrm>
            <a:off x="7586830" y="3616873"/>
            <a:ext cx="106983" cy="10698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custDataLst>
              <p:tags r:id="rId16"/>
            </p:custDataLst>
          </p:nvPr>
        </p:nvSpPr>
        <p:spPr>
          <a:xfrm>
            <a:off x="10712408" y="3616873"/>
            <a:ext cx="106983" cy="10698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custDataLst>
              <p:tags r:id="rId17"/>
            </p:custDataLst>
          </p:nvPr>
        </p:nvSpPr>
        <p:spPr>
          <a:xfrm>
            <a:off x="5273040" y="3990171"/>
            <a:ext cx="1645920" cy="1645920"/>
          </a:xfrm>
          <a:prstGeom prst="ellipse">
            <a:avLst/>
          </a:prstGeom>
          <a:noFill/>
          <a:ln>
            <a:gradFill>
              <a:gsLst>
                <a:gs pos="0">
                  <a:schemeClr val="accent1"/>
                </a:gs>
                <a:gs pos="78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8"/>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191895" y="3217545"/>
            <a:ext cx="5275580" cy="2220595"/>
          </a:xfrm>
        </p:spPr>
        <p:txBody>
          <a:bodyPr/>
          <a:lstStyle/>
          <a:p>
            <a:r>
              <a:rPr lang="zh-CN" altLang="en-US"/>
              <a:t>炭黑的指标及意义</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a:t>
            </a:r>
            <a:r>
              <a:rPr lang="zh-CN" altLang="en-US"/>
              <a:t>0</a:t>
            </a:r>
            <a:r>
              <a:rPr lang="en-US" altLang="zh-CN"/>
              <a:t>3</a:t>
            </a:r>
            <a:endParaRPr lang="en-US" altLang="zh-CN"/>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custDataLst>
              <p:tags r:id="rId1"/>
            </p:custDataLst>
          </p:nvPr>
        </p:nvSpPr>
        <p:spPr>
          <a:xfrm>
            <a:off x="1215390" y="2042795"/>
            <a:ext cx="10684510" cy="540385"/>
          </a:xfrm>
          <a:prstGeom prst="ellipse">
            <a:avLst/>
          </a:prstGeom>
          <a:noFill/>
          <a:ln>
            <a:gradFill>
              <a:gsLst>
                <a:gs pos="33000">
                  <a:schemeClr val="accent1">
                    <a:lumMod val="20000"/>
                    <a:lumOff val="80000"/>
                    <a:alpha val="0"/>
                  </a:schemeClr>
                </a:gs>
                <a:gs pos="100000">
                  <a:schemeClr val="accent1">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标题 16"/>
          <p:cNvSpPr>
            <a:spLocks noGrp="1"/>
          </p:cNvSpPr>
          <p:nvPr>
            <p:ph type="title"/>
            <p:custDataLst>
              <p:tags r:id="rId2"/>
            </p:custDataLst>
          </p:nvPr>
        </p:nvSpPr>
        <p:spPr/>
        <p:txBody>
          <a:bodyPr/>
          <a:lstStyle/>
          <a:p>
            <a:r>
              <a:rPr lang="zh-CN" altLang="en-US" dirty="0"/>
              <a:t>炭黑的结构度</a:t>
            </a:r>
            <a:endParaRPr lang="zh-CN" altLang="en-US" dirty="0"/>
          </a:p>
        </p:txBody>
      </p:sp>
      <p:sp>
        <p:nvSpPr>
          <p:cNvPr id="7" name="椭圆 6"/>
          <p:cNvSpPr/>
          <p:nvPr>
            <p:custDataLst>
              <p:tags r:id="rId3"/>
            </p:custDataLst>
          </p:nvPr>
        </p:nvSpPr>
        <p:spPr>
          <a:xfrm>
            <a:off x="1537970" y="1910715"/>
            <a:ext cx="10127615" cy="540385"/>
          </a:xfrm>
          <a:prstGeom prst="ellipse">
            <a:avLst/>
          </a:prstGeom>
          <a:gradFill flip="none" rotWithShape="1">
            <a:gsLst>
              <a:gs pos="18000">
                <a:schemeClr val="accent1">
                  <a:lumMod val="60000"/>
                  <a:lumOff val="40000"/>
                  <a:alpha val="0"/>
                </a:schemeClr>
              </a:gs>
              <a:gs pos="100000">
                <a:schemeClr val="accent1">
                  <a:lumMod val="80000"/>
                  <a:lumOff val="20000"/>
                  <a:alpha val="3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1"/>
          <p:cNvSpPr/>
          <p:nvPr>
            <p:custDataLst>
              <p:tags r:id="rId4"/>
            </p:custDataLst>
          </p:nvPr>
        </p:nvSpPr>
        <p:spPr>
          <a:xfrm>
            <a:off x="3523615" y="1282700"/>
            <a:ext cx="5980430" cy="760095"/>
          </a:xfrm>
          <a:prstGeom prst="roundRect">
            <a:avLst>
              <a:gd name="adj" fmla="val 50000"/>
            </a:avLst>
          </a:prstGeom>
          <a:gradFill>
            <a:gsLst>
              <a:gs pos="0">
                <a:schemeClr val="accent1">
                  <a:lumMod val="85000"/>
                  <a:lumOff val="15000"/>
                </a:schemeClr>
              </a:gs>
              <a:gs pos="100000">
                <a:schemeClr val="accent1">
                  <a:lumMod val="85000"/>
                </a:schemeClr>
              </a:gs>
            </a:gsLst>
            <a:lin ang="10800000" scaled="1"/>
          </a:gradFill>
        </p:spPr>
        <p:txBody>
          <a:bodyPr wrap="square" lIns="0" tIns="0" rIns="0" bIns="0" rtlCol="0" anchor="ctr" anchorCtr="1">
            <a:noAutofit/>
          </a:bodyPr>
          <a:lstStyle/>
          <a:p>
            <a:pPr algn="ctr">
              <a:spcBef>
                <a:spcPct val="0"/>
              </a:spcBef>
              <a:spcAft>
                <a:spcPct val="0"/>
              </a:spcAft>
            </a:pPr>
            <a:r>
              <a:rPr lang="zh-CN" altLang="en-US" sz="1600" b="1" dirty="0">
                <a:solidFill>
                  <a:srgbClr val="FFFFFF"/>
                </a:solidFill>
                <a:latin typeface="+mn-ea"/>
                <a:cs typeface="+mn-ea"/>
              </a:rPr>
              <a:t>结构度：炭黑聚集体（一次结构）表面链枝结构的发达程度，</a:t>
            </a:r>
            <a:endParaRPr lang="zh-CN" altLang="en-US" sz="1600" b="1" dirty="0">
              <a:solidFill>
                <a:srgbClr val="FFFFFF"/>
              </a:solidFill>
              <a:latin typeface="+mn-ea"/>
              <a:cs typeface="+mn-ea"/>
            </a:endParaRPr>
          </a:p>
          <a:p>
            <a:pPr algn="ctr">
              <a:spcBef>
                <a:spcPct val="0"/>
              </a:spcBef>
              <a:spcAft>
                <a:spcPct val="0"/>
              </a:spcAft>
            </a:pPr>
            <a:r>
              <a:rPr lang="zh-CN" altLang="en-US" sz="1600" b="1" dirty="0">
                <a:solidFill>
                  <a:srgbClr val="FFFFFF"/>
                </a:solidFill>
                <a:latin typeface="+mn-ea"/>
                <a:cs typeface="+mn-ea"/>
              </a:rPr>
              <a:t>链枝数量多且长，结构度高。碳黑补强三要素之一</a:t>
            </a:r>
            <a:endParaRPr lang="zh-CN" altLang="en-US" sz="1600" b="1" dirty="0">
              <a:solidFill>
                <a:srgbClr val="FFFFFF"/>
              </a:solidFill>
              <a:latin typeface="+mn-ea"/>
              <a:cs typeface="+mn-ea"/>
            </a:endParaRPr>
          </a:p>
        </p:txBody>
      </p:sp>
      <p:sp>
        <p:nvSpPr>
          <p:cNvPr id="31" name="椭圆 30"/>
          <p:cNvSpPr/>
          <p:nvPr>
            <p:custDataLst>
              <p:tags r:id="rId5"/>
            </p:custDataLst>
          </p:nvPr>
        </p:nvSpPr>
        <p:spPr>
          <a:xfrm>
            <a:off x="6165215" y="2524760"/>
            <a:ext cx="109855" cy="92710"/>
          </a:xfrm>
          <a:prstGeom prst="ellipse">
            <a:avLst/>
          </a:prstGeom>
          <a:gradFill>
            <a:gsLst>
              <a:gs pos="0">
                <a:schemeClr val="accent1"/>
              </a:gs>
              <a:gs pos="100000">
                <a:schemeClr val="accent1">
                  <a:lumMod val="75000"/>
                </a:schemeClr>
              </a:gs>
            </a:gsLst>
            <a:lin ang="5400000" scaled="1"/>
          </a:gradFill>
          <a:ln>
            <a:noFill/>
          </a:ln>
          <a:effectLst>
            <a:outerShdw blurRad="152400" sx="102000" sy="102000" algn="ctr" rotWithShape="0">
              <a:schemeClr val="accent1">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a:stCxn id="31" idx="4"/>
          </p:cNvCxnSpPr>
          <p:nvPr>
            <p:custDataLst>
              <p:tags r:id="rId6"/>
            </p:custDataLst>
          </p:nvPr>
        </p:nvCxnSpPr>
        <p:spPr>
          <a:xfrm>
            <a:off x="6220576" y="2617763"/>
            <a:ext cx="0" cy="309296"/>
          </a:xfrm>
          <a:prstGeom prst="line">
            <a:avLst/>
          </a:prstGeom>
          <a:ln w="19050">
            <a:gradFill>
              <a:gsLst>
                <a:gs pos="96000">
                  <a:srgbClr val="FFFFFF">
                    <a:alpha val="0"/>
                  </a:srgbClr>
                </a:gs>
                <a:gs pos="0">
                  <a:schemeClr val="accent1">
                    <a:alpha val="5000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34" name="矩形 33"/>
          <p:cNvSpPr/>
          <p:nvPr>
            <p:custDataLst>
              <p:tags r:id="rId7"/>
            </p:custDataLst>
          </p:nvPr>
        </p:nvSpPr>
        <p:spPr>
          <a:xfrm>
            <a:off x="4708525" y="2961640"/>
            <a:ext cx="2181860" cy="2209165"/>
          </a:xfrm>
          <a:prstGeom prst="rect">
            <a:avLst/>
          </a:prstGeom>
          <a:noFill/>
        </p:spPr>
        <p:txBody>
          <a:bodyPr wrap="square" lIns="0" tIns="0" rIns="0" bIns="0" rtlCol="0" anchor="b">
            <a:noAutofit/>
          </a:bodyPr>
          <a:lstStyle/>
          <a:p>
            <a:pPr algn="l">
              <a:spcBef>
                <a:spcPct val="0"/>
              </a:spcBef>
              <a:spcAft>
                <a:spcPct val="0"/>
              </a:spcAft>
            </a:pPr>
            <a:r>
              <a:rPr lang="zh-CN" altLang="en-US" sz="2400" b="1" i="0" dirty="0">
                <a:effectLst/>
                <a:latin typeface="Inter" panose="02000503000000020004"/>
              </a:rPr>
              <a:t>炭黑聚集体，又称为基本聚熔体或原生结构，他是炭黑在橡胶中分散的最小结构单元。</a:t>
            </a:r>
            <a:endParaRPr lang="zh-CN" altLang="en-US" sz="2400" b="1" i="0" dirty="0">
              <a:effectLst/>
              <a:latin typeface="Inter" panose="02000503000000020004"/>
            </a:endParaRPr>
          </a:p>
        </p:txBody>
      </p:sp>
      <p:sp>
        <p:nvSpPr>
          <p:cNvPr id="37" name="椭圆 36"/>
          <p:cNvSpPr/>
          <p:nvPr>
            <p:custDataLst>
              <p:tags r:id="rId8"/>
            </p:custDataLst>
          </p:nvPr>
        </p:nvSpPr>
        <p:spPr>
          <a:xfrm>
            <a:off x="8524875" y="2524760"/>
            <a:ext cx="109855" cy="92710"/>
          </a:xfrm>
          <a:prstGeom prst="ellipse">
            <a:avLst/>
          </a:prstGeom>
          <a:gradFill>
            <a:gsLst>
              <a:gs pos="0">
                <a:schemeClr val="accent1"/>
              </a:gs>
              <a:gs pos="100000">
                <a:schemeClr val="accent1">
                  <a:lumMod val="75000"/>
                </a:schemeClr>
              </a:gs>
            </a:gsLst>
            <a:lin ang="5400000" scaled="1"/>
          </a:gradFill>
          <a:ln>
            <a:noFill/>
          </a:ln>
          <a:effectLst>
            <a:outerShdw blurRad="152400" sx="102000" sy="102000" algn="ctr" rotWithShape="0">
              <a:schemeClr val="accent1">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a:stCxn id="37" idx="4"/>
          </p:cNvCxnSpPr>
          <p:nvPr>
            <p:custDataLst>
              <p:tags r:id="rId9"/>
            </p:custDataLst>
          </p:nvPr>
        </p:nvCxnSpPr>
        <p:spPr>
          <a:xfrm>
            <a:off x="8580002" y="2617763"/>
            <a:ext cx="0" cy="309296"/>
          </a:xfrm>
          <a:prstGeom prst="line">
            <a:avLst/>
          </a:prstGeom>
          <a:ln w="19050">
            <a:gradFill>
              <a:gsLst>
                <a:gs pos="96000">
                  <a:srgbClr val="FFFFFF">
                    <a:alpha val="0"/>
                  </a:srgbClr>
                </a:gs>
                <a:gs pos="0">
                  <a:schemeClr val="accent1">
                    <a:alpha val="5000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39" name="矩形 38"/>
          <p:cNvSpPr/>
          <p:nvPr>
            <p:custDataLst>
              <p:tags r:id="rId10"/>
            </p:custDataLst>
          </p:nvPr>
        </p:nvSpPr>
        <p:spPr>
          <a:xfrm>
            <a:off x="7920355" y="2927350"/>
            <a:ext cx="2181860" cy="2193290"/>
          </a:xfrm>
          <a:prstGeom prst="rect">
            <a:avLst/>
          </a:prstGeom>
          <a:noFill/>
        </p:spPr>
        <p:txBody>
          <a:bodyPr wrap="square" lIns="0" tIns="0" rIns="0" bIns="0" rtlCol="0" anchor="b">
            <a:noAutofit/>
          </a:bodyPr>
          <a:lstStyle/>
          <a:p>
            <a:pPr algn="l">
              <a:spcBef>
                <a:spcPct val="0"/>
              </a:spcBef>
              <a:spcAft>
                <a:spcPct val="0"/>
              </a:spcAft>
            </a:pPr>
            <a:r>
              <a:rPr lang="zh-CN" altLang="en-US" sz="2400" b="1" i="0" dirty="0">
                <a:effectLst/>
                <a:latin typeface="Inter" panose="02000503000000020004"/>
              </a:rPr>
              <a:t>炭黑聚集体是由原生粒子熔接而成，非常牢固，故又称永久结构。类似</a:t>
            </a:r>
            <a:r>
              <a:rPr lang="en-US" altLang="zh-CN" sz="2400" b="1" i="0" dirty="0">
                <a:effectLst/>
                <a:latin typeface="Inter" panose="02000503000000020004"/>
              </a:rPr>
              <a:t>“</a:t>
            </a:r>
            <a:r>
              <a:rPr lang="zh-CN" altLang="en-US" sz="2400" b="1" i="0" dirty="0">
                <a:effectLst/>
                <a:latin typeface="Inter" panose="02000503000000020004"/>
              </a:rPr>
              <a:t>葡萄串</a:t>
            </a:r>
            <a:r>
              <a:rPr lang="en-US" altLang="zh-CN" sz="2400" b="1" i="0" dirty="0">
                <a:effectLst/>
                <a:latin typeface="Inter" panose="02000503000000020004"/>
              </a:rPr>
              <a:t>”</a:t>
            </a:r>
            <a:r>
              <a:rPr lang="zh-CN" altLang="en-US" sz="2400" b="1" i="0" dirty="0">
                <a:effectLst/>
                <a:latin typeface="Inter" panose="02000503000000020004"/>
              </a:rPr>
              <a:t>结构。</a:t>
            </a:r>
            <a:endParaRPr lang="zh-CN" altLang="en-US" sz="2400" b="1" i="0" dirty="0">
              <a:effectLst/>
              <a:latin typeface="Inter" panose="02000503000000020004"/>
            </a:endParaRPr>
          </a:p>
        </p:txBody>
      </p:sp>
      <p:pic>
        <p:nvPicPr>
          <p:cNvPr id="3" name="图片 2"/>
          <p:cNvPicPr>
            <a:picLocks noChangeAspect="1"/>
          </p:cNvPicPr>
          <p:nvPr/>
        </p:nvPicPr>
        <p:blipFill>
          <a:blip r:embed="rId11"/>
          <a:stretch>
            <a:fillRect/>
          </a:stretch>
        </p:blipFill>
        <p:spPr>
          <a:xfrm>
            <a:off x="845185" y="2653665"/>
            <a:ext cx="3089275" cy="2729865"/>
          </a:xfrm>
          <a:prstGeom prst="rect">
            <a:avLst/>
          </a:prstGeom>
        </p:spPr>
      </p:pic>
    </p:spTree>
    <p:custDataLst>
      <p:tags r:id="rId1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炭黑的结构度</a:t>
            </a:r>
            <a:endParaRPr lang="zh-CN" altLang="en-US"/>
          </a:p>
        </p:txBody>
      </p:sp>
      <p:sp>
        <p:nvSpPr>
          <p:cNvPr id="4" name="任意多边形 3"/>
          <p:cNvSpPr/>
          <p:nvPr>
            <p:custDataLst>
              <p:tags r:id="rId2"/>
            </p:custDataLst>
          </p:nvPr>
        </p:nvSpPr>
        <p:spPr>
          <a:xfrm>
            <a:off x="0" y="3336608"/>
            <a:ext cx="12192000" cy="1083310"/>
          </a:xfrm>
          <a:custGeom>
            <a:avLst/>
            <a:gdLst/>
            <a:ahLst/>
            <a:cxnLst>
              <a:cxn ang="3">
                <a:pos x="hc" y="t"/>
              </a:cxn>
              <a:cxn ang="cd2">
                <a:pos x="l" y="vc"/>
              </a:cxn>
              <a:cxn ang="cd4">
                <a:pos x="hc" y="b"/>
              </a:cxn>
              <a:cxn ang="0">
                <a:pos x="r" y="vc"/>
              </a:cxn>
            </a:cxnLst>
            <a:rect l="l" t="t" r="r" b="b"/>
            <a:pathLst>
              <a:path w="19200" h="1706">
                <a:moveTo>
                  <a:pt x="19200" y="0"/>
                </a:moveTo>
                <a:lnTo>
                  <a:pt x="19200" y="1706"/>
                </a:lnTo>
                <a:cubicBezTo>
                  <a:pt x="17340" y="1238"/>
                  <a:pt x="9556" y="882"/>
                  <a:pt x="69" y="855"/>
                </a:cubicBezTo>
                <a:lnTo>
                  <a:pt x="0" y="854"/>
                </a:lnTo>
                <a:lnTo>
                  <a:pt x="0" y="852"/>
                </a:lnTo>
                <a:lnTo>
                  <a:pt x="69" y="851"/>
                </a:lnTo>
                <a:cubicBezTo>
                  <a:pt x="9556" y="824"/>
                  <a:pt x="17340" y="468"/>
                  <a:pt x="19200" y="0"/>
                </a:cubicBezTo>
                <a:close/>
              </a:path>
            </a:pathLst>
          </a:custGeom>
          <a:gradFill>
            <a:gsLst>
              <a:gs pos="8000">
                <a:schemeClr val="accent1">
                  <a:alpha val="67000"/>
                </a:schemeClr>
              </a:gs>
              <a:gs pos="100000">
                <a:schemeClr val="accent1">
                  <a:alpha val="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ym typeface="+mn-ea"/>
            </a:endParaRPr>
          </a:p>
        </p:txBody>
      </p:sp>
      <p:sp>
        <p:nvSpPr>
          <p:cNvPr id="6" name="任意多边形: 形状 21"/>
          <p:cNvSpPr/>
          <p:nvPr>
            <p:custDataLst>
              <p:tags r:id="rId3"/>
            </p:custDataLst>
          </p:nvPr>
        </p:nvSpPr>
        <p:spPr>
          <a:xfrm>
            <a:off x="3691255" y="3428048"/>
            <a:ext cx="8500745" cy="899795"/>
          </a:xfrm>
          <a:custGeom>
            <a:avLst/>
            <a:gdLst>
              <a:gd name="connsiteX0" fmla="*/ 7575195 w 7575194"/>
              <a:gd name="connsiteY0" fmla="*/ 0 h 3782415"/>
              <a:gd name="connsiteX1" fmla="*/ 7001485 w 7575194"/>
              <a:gd name="connsiteY1" fmla="*/ 420167 h 3782415"/>
              <a:gd name="connsiteX2" fmla="*/ 4699712 w 7575194"/>
              <a:gd name="connsiteY2" fmla="*/ 1236193 h 3782415"/>
              <a:gd name="connsiteX3" fmla="*/ 0 w 7575194"/>
              <a:gd name="connsiteY3" fmla="*/ 1891208 h 3782415"/>
              <a:gd name="connsiteX4" fmla="*/ 4699712 w 7575194"/>
              <a:gd name="connsiteY4" fmla="*/ 2546223 h 3782415"/>
              <a:gd name="connsiteX5" fmla="*/ 7001485 w 7575194"/>
              <a:gd name="connsiteY5" fmla="*/ 3362249 h 3782415"/>
              <a:gd name="connsiteX6" fmla="*/ 7575195 w 7575194"/>
              <a:gd name="connsiteY6" fmla="*/ 3782416 h 3782415"/>
              <a:gd name="connsiteX7" fmla="*/ 7575195 w 7575194"/>
              <a:gd name="connsiteY7" fmla="*/ 0 h 378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75194" h="3782415">
                <a:moveTo>
                  <a:pt x="7575195" y="0"/>
                </a:moveTo>
                <a:cubicBezTo>
                  <a:pt x="7432853" y="144475"/>
                  <a:pt x="7241438" y="284683"/>
                  <a:pt x="7001485" y="420167"/>
                </a:cubicBezTo>
                <a:cubicBezTo>
                  <a:pt x="6458712" y="726567"/>
                  <a:pt x="5684291" y="1001116"/>
                  <a:pt x="4699712" y="1236193"/>
                </a:cubicBezTo>
                <a:cubicBezTo>
                  <a:pt x="3373374" y="1552880"/>
                  <a:pt x="1759991" y="1775841"/>
                  <a:pt x="0" y="1891208"/>
                </a:cubicBezTo>
                <a:cubicBezTo>
                  <a:pt x="1759991" y="2006575"/>
                  <a:pt x="3373374" y="2229612"/>
                  <a:pt x="4699712" y="2546223"/>
                </a:cubicBezTo>
                <a:cubicBezTo>
                  <a:pt x="5684215" y="2781300"/>
                  <a:pt x="6458712" y="3055849"/>
                  <a:pt x="7001485" y="3362249"/>
                </a:cubicBezTo>
                <a:cubicBezTo>
                  <a:pt x="7241438" y="3497656"/>
                  <a:pt x="7432853" y="3637941"/>
                  <a:pt x="7575195" y="3782416"/>
                </a:cubicBezTo>
                <a:lnTo>
                  <a:pt x="7575195" y="0"/>
                </a:lnTo>
                <a:close/>
              </a:path>
            </a:pathLst>
          </a:custGeom>
          <a:gradFill>
            <a:gsLst>
              <a:gs pos="8000">
                <a:schemeClr val="accent1">
                  <a:lumMod val="60000"/>
                  <a:lumOff val="40000"/>
                  <a:alpha val="55000"/>
                </a:schemeClr>
              </a:gs>
              <a:gs pos="100000">
                <a:schemeClr val="accent1">
                  <a:alpha val="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ym typeface="+mn-ea"/>
            </a:endParaRPr>
          </a:p>
        </p:txBody>
      </p:sp>
      <p:sp>
        <p:nvSpPr>
          <p:cNvPr id="94" name="任意多边形: 形状 21"/>
          <p:cNvSpPr/>
          <p:nvPr>
            <p:custDataLst>
              <p:tags r:id="rId4"/>
            </p:custDataLst>
          </p:nvPr>
        </p:nvSpPr>
        <p:spPr>
          <a:xfrm>
            <a:off x="6308725" y="3635693"/>
            <a:ext cx="5883275" cy="485140"/>
          </a:xfrm>
          <a:custGeom>
            <a:avLst/>
            <a:gdLst>
              <a:gd name="connsiteX0" fmla="*/ 7575195 w 7575194"/>
              <a:gd name="connsiteY0" fmla="*/ 0 h 3782415"/>
              <a:gd name="connsiteX1" fmla="*/ 7001485 w 7575194"/>
              <a:gd name="connsiteY1" fmla="*/ 420167 h 3782415"/>
              <a:gd name="connsiteX2" fmla="*/ 4699712 w 7575194"/>
              <a:gd name="connsiteY2" fmla="*/ 1236193 h 3782415"/>
              <a:gd name="connsiteX3" fmla="*/ 0 w 7575194"/>
              <a:gd name="connsiteY3" fmla="*/ 1891208 h 3782415"/>
              <a:gd name="connsiteX4" fmla="*/ 4699712 w 7575194"/>
              <a:gd name="connsiteY4" fmla="*/ 2546223 h 3782415"/>
              <a:gd name="connsiteX5" fmla="*/ 7001485 w 7575194"/>
              <a:gd name="connsiteY5" fmla="*/ 3362249 h 3782415"/>
              <a:gd name="connsiteX6" fmla="*/ 7575195 w 7575194"/>
              <a:gd name="connsiteY6" fmla="*/ 3782416 h 3782415"/>
              <a:gd name="connsiteX7" fmla="*/ 7575195 w 7575194"/>
              <a:gd name="connsiteY7" fmla="*/ 0 h 378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75194" h="3782415">
                <a:moveTo>
                  <a:pt x="7575195" y="0"/>
                </a:moveTo>
                <a:cubicBezTo>
                  <a:pt x="7432853" y="144475"/>
                  <a:pt x="7241438" y="284683"/>
                  <a:pt x="7001485" y="420167"/>
                </a:cubicBezTo>
                <a:cubicBezTo>
                  <a:pt x="6458712" y="726567"/>
                  <a:pt x="5684291" y="1001116"/>
                  <a:pt x="4699712" y="1236193"/>
                </a:cubicBezTo>
                <a:cubicBezTo>
                  <a:pt x="3373374" y="1552880"/>
                  <a:pt x="1759991" y="1775841"/>
                  <a:pt x="0" y="1891208"/>
                </a:cubicBezTo>
                <a:cubicBezTo>
                  <a:pt x="1759991" y="2006575"/>
                  <a:pt x="3373374" y="2229612"/>
                  <a:pt x="4699712" y="2546223"/>
                </a:cubicBezTo>
                <a:cubicBezTo>
                  <a:pt x="5684215" y="2781300"/>
                  <a:pt x="6458712" y="3055849"/>
                  <a:pt x="7001485" y="3362249"/>
                </a:cubicBezTo>
                <a:cubicBezTo>
                  <a:pt x="7241438" y="3497656"/>
                  <a:pt x="7432853" y="3637941"/>
                  <a:pt x="7575195" y="3782416"/>
                </a:cubicBezTo>
                <a:lnTo>
                  <a:pt x="7575195" y="0"/>
                </a:lnTo>
                <a:close/>
              </a:path>
            </a:pathLst>
          </a:custGeom>
          <a:gradFill>
            <a:gsLst>
              <a:gs pos="0">
                <a:schemeClr val="accent1">
                  <a:lumMod val="20000"/>
                  <a:lumOff val="80000"/>
                  <a:alpha val="5000"/>
                </a:schemeClr>
              </a:gs>
              <a:gs pos="100000">
                <a:schemeClr val="accent1">
                  <a:alpha val="10000"/>
                </a:schemeClr>
              </a:gs>
            </a:gsLst>
            <a:lin ang="178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u="sng">
              <a:sym typeface="+mn-ea"/>
            </a:endParaRPr>
          </a:p>
        </p:txBody>
      </p:sp>
      <p:cxnSp>
        <p:nvCxnSpPr>
          <p:cNvPr id="29" name="直接连接符 28"/>
          <p:cNvCxnSpPr/>
          <p:nvPr>
            <p:custDataLst>
              <p:tags r:id="rId5"/>
            </p:custDataLst>
          </p:nvPr>
        </p:nvCxnSpPr>
        <p:spPr>
          <a:xfrm flipV="1">
            <a:off x="8968730" y="3943668"/>
            <a:ext cx="0" cy="539750"/>
          </a:xfrm>
          <a:prstGeom prst="line">
            <a:avLst/>
          </a:prstGeom>
          <a:ln>
            <a:gradFill>
              <a:gsLst>
                <a:gs pos="0">
                  <a:schemeClr val="accent1">
                    <a:alpha val="0"/>
                  </a:schemeClr>
                </a:gs>
                <a:gs pos="100000">
                  <a:schemeClr val="accent1"/>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98" name="直接连接符 97"/>
          <p:cNvCxnSpPr/>
          <p:nvPr>
            <p:custDataLst>
              <p:tags r:id="rId6"/>
            </p:custDataLst>
          </p:nvPr>
        </p:nvCxnSpPr>
        <p:spPr>
          <a:xfrm>
            <a:off x="1790055" y="3336608"/>
            <a:ext cx="0" cy="539750"/>
          </a:xfrm>
          <a:prstGeom prst="line">
            <a:avLst/>
          </a:prstGeom>
          <a:ln>
            <a:gradFill>
              <a:gsLst>
                <a:gs pos="0">
                  <a:schemeClr val="accent1">
                    <a:alpha val="0"/>
                  </a:schemeClr>
                </a:gs>
                <a:gs pos="100000">
                  <a:schemeClr val="accent1"/>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99" name="直接连接符 98"/>
          <p:cNvCxnSpPr/>
          <p:nvPr>
            <p:custDataLst>
              <p:tags r:id="rId7"/>
            </p:custDataLst>
          </p:nvPr>
        </p:nvCxnSpPr>
        <p:spPr>
          <a:xfrm>
            <a:off x="4661525" y="3336608"/>
            <a:ext cx="0" cy="539750"/>
          </a:xfrm>
          <a:prstGeom prst="line">
            <a:avLst/>
          </a:prstGeom>
          <a:ln>
            <a:gradFill>
              <a:gsLst>
                <a:gs pos="0">
                  <a:schemeClr val="accent1">
                    <a:alpha val="0"/>
                  </a:schemeClr>
                </a:gs>
                <a:gs pos="100000">
                  <a:schemeClr val="accent1"/>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100" name="直接连接符 99"/>
          <p:cNvCxnSpPr/>
          <p:nvPr>
            <p:custDataLst>
              <p:tags r:id="rId8"/>
            </p:custDataLst>
          </p:nvPr>
        </p:nvCxnSpPr>
        <p:spPr>
          <a:xfrm>
            <a:off x="7532995" y="3336608"/>
            <a:ext cx="0" cy="539750"/>
          </a:xfrm>
          <a:prstGeom prst="line">
            <a:avLst/>
          </a:prstGeom>
          <a:ln>
            <a:gradFill>
              <a:gsLst>
                <a:gs pos="0">
                  <a:schemeClr val="accent1">
                    <a:alpha val="0"/>
                  </a:schemeClr>
                </a:gs>
                <a:gs pos="100000">
                  <a:schemeClr val="accent1"/>
                </a:gs>
              </a:gsLst>
              <a:lin ang="16200000" scaled="0"/>
            </a:gradFill>
            <a:headEnd type="oval"/>
          </a:ln>
        </p:spPr>
        <p:style>
          <a:lnRef idx="2">
            <a:schemeClr val="accent1"/>
          </a:lnRef>
          <a:fillRef idx="0">
            <a:srgbClr val="FFFFFF"/>
          </a:fillRef>
          <a:effectRef idx="0">
            <a:srgbClr val="FFFFFF"/>
          </a:effectRef>
          <a:fontRef idx="minor">
            <a:schemeClr val="tx1"/>
          </a:fontRef>
        </p:style>
      </p:cxnSp>
      <p:sp>
        <p:nvSpPr>
          <p:cNvPr id="103" name="文本框 102"/>
          <p:cNvSpPr txBox="1"/>
          <p:nvPr>
            <p:custDataLst>
              <p:tags r:id="rId9"/>
            </p:custDataLst>
          </p:nvPr>
        </p:nvSpPr>
        <p:spPr>
          <a:xfrm>
            <a:off x="1431290" y="2725738"/>
            <a:ext cx="718185" cy="485775"/>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rPr>
              <a:t>碳元素</a:t>
            </a:r>
            <a:endPar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p:nvSpPr>
          <p:cNvPr id="104" name="文本框 103"/>
          <p:cNvSpPr txBox="1"/>
          <p:nvPr>
            <p:custDataLst>
              <p:tags r:id="rId10"/>
            </p:custDataLst>
          </p:nvPr>
        </p:nvSpPr>
        <p:spPr>
          <a:xfrm>
            <a:off x="4303395" y="2725738"/>
            <a:ext cx="718185" cy="485775"/>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rPr>
              <a:t>层面</a:t>
            </a:r>
            <a:endPar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p:nvSpPr>
          <p:cNvPr id="105" name="文本框 104"/>
          <p:cNvSpPr txBox="1"/>
          <p:nvPr>
            <p:custDataLst>
              <p:tags r:id="rId11"/>
            </p:custDataLst>
          </p:nvPr>
        </p:nvSpPr>
        <p:spPr>
          <a:xfrm>
            <a:off x="7175500" y="2593975"/>
            <a:ext cx="780415" cy="742950"/>
          </a:xfrm>
          <a:prstGeom prst="rect">
            <a:avLst/>
          </a:prstGeom>
          <a:noFill/>
        </p:spPr>
        <p:txBody>
          <a:bodyPr wrap="none" lIns="0" tIns="0" rIns="0" bIns="71755" rtlCol="0" anchor="b" anchorCtr="0">
            <a:normAutofit fontScale="35000"/>
          </a:bodyPr>
          <a:lstStyle/>
          <a:p>
            <a:pPr indent="0" algn="ctr" fontAlgn="auto">
              <a:lnSpc>
                <a:spcPct val="130000"/>
              </a:lnSpc>
              <a:spcAft>
                <a:spcPts val="0"/>
              </a:spcAft>
            </a:pPr>
            <a:r>
              <a:rPr lang="zh-CN" altLang="en-US" sz="6665" b="1" dirty="0">
                <a:gradFill>
                  <a:gsLst>
                    <a:gs pos="0">
                      <a:schemeClr val="accent1"/>
                    </a:gs>
                    <a:gs pos="100000">
                      <a:schemeClr val="accent1">
                        <a:alpha val="46000"/>
                      </a:schemeClr>
                    </a:gs>
                  </a:gsLst>
                  <a:lin ang="5400000" scaled="0"/>
                </a:gradFill>
                <a:latin typeface="微软雅黑" charset="-122"/>
                <a:ea typeface="微软雅黑" charset="-122"/>
                <a:sym typeface="+mn-ea"/>
              </a:rPr>
              <a:t>炭黑原生</a:t>
            </a:r>
            <a:r>
              <a:rPr lang="zh-CN" altLang="en-US" sz="6665" b="1" dirty="0">
                <a:gradFill>
                  <a:gsLst>
                    <a:gs pos="0">
                      <a:schemeClr val="accent1"/>
                    </a:gs>
                    <a:gs pos="100000">
                      <a:schemeClr val="accent1">
                        <a:alpha val="46000"/>
                      </a:schemeClr>
                    </a:gs>
                  </a:gsLst>
                  <a:lin ang="5400000" scaled="0"/>
                </a:gradFill>
                <a:latin typeface="微软雅黑" charset="-122"/>
                <a:ea typeface="微软雅黑" charset="-122"/>
                <a:sym typeface="+mn-ea"/>
              </a:rPr>
              <a:t>粒子</a:t>
            </a:r>
            <a:endParaRPr lang="zh-CN" altLang="en-US" sz="6665" b="1" dirty="0">
              <a:gradFill>
                <a:gsLst>
                  <a:gs pos="0">
                    <a:schemeClr val="accent1"/>
                  </a:gs>
                  <a:gs pos="100000">
                    <a:schemeClr val="accent1">
                      <a:alpha val="46000"/>
                    </a:schemeClr>
                  </a:gs>
                </a:gsLst>
                <a:lin ang="5400000" scaled="0"/>
              </a:gradFill>
              <a:latin typeface="微软雅黑" charset="-122"/>
              <a:ea typeface="微软雅黑" charset="-122"/>
              <a:sym typeface="+mn-ea"/>
            </a:endParaRPr>
          </a:p>
          <a:p>
            <a:pPr indent="0" algn="ctr" fontAlgn="auto">
              <a:lnSpc>
                <a:spcPct val="130000"/>
              </a:lnSpc>
              <a:spcAft>
                <a:spcPts val="0"/>
              </a:spcAft>
            </a:pPr>
            <a:r>
              <a:rPr lang="zh-CN" altLang="en-US" sz="2855" b="1" dirty="0">
                <a:gradFill>
                  <a:gsLst>
                    <a:gs pos="0">
                      <a:schemeClr val="accent1"/>
                    </a:gs>
                    <a:gs pos="100000">
                      <a:schemeClr val="accent1">
                        <a:alpha val="46000"/>
                      </a:schemeClr>
                    </a:gs>
                  </a:gsLst>
                  <a:lin ang="5400000" scaled="0"/>
                </a:gradFill>
                <a:latin typeface="微软雅黑" charset="-122"/>
                <a:ea typeface="微软雅黑" charset="-122"/>
                <a:sym typeface="+mn-ea"/>
              </a:rPr>
              <a:t>（同心取向准石墨结构）</a:t>
            </a:r>
            <a:endParaRPr lang="zh-CN" altLang="en-US" sz="2855"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p:nvSpPr>
          <p:cNvPr id="17" name="文本框 16"/>
          <p:cNvSpPr txBox="1"/>
          <p:nvPr>
            <p:custDataLst>
              <p:tags r:id="rId12"/>
            </p:custDataLst>
          </p:nvPr>
        </p:nvSpPr>
        <p:spPr>
          <a:xfrm>
            <a:off x="2782547" y="4607243"/>
            <a:ext cx="885825" cy="485775"/>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rPr>
              <a:t>碳核</a:t>
            </a:r>
            <a:endPar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p:nvSpPr>
          <p:cNvPr id="18" name="文本框 17"/>
          <p:cNvSpPr txBox="1"/>
          <p:nvPr>
            <p:custDataLst>
              <p:tags r:id="rId13"/>
            </p:custDataLst>
          </p:nvPr>
        </p:nvSpPr>
        <p:spPr>
          <a:xfrm>
            <a:off x="5676900" y="4607243"/>
            <a:ext cx="885825" cy="485775"/>
          </a:xfrm>
          <a:prstGeom prst="rect">
            <a:avLst/>
          </a:prstGeom>
          <a:noFill/>
        </p:spPr>
        <p:txBody>
          <a:bodyPr wrap="none" lIns="0" tIns="0" rIns="0" bIns="71755" rtlCol="0" anchor="b" anchorCtr="0">
            <a:normAutofit/>
          </a:bodyPr>
          <a:lstStyle/>
          <a:p>
            <a:pPr indent="0" algn="ctr" fontAlgn="auto">
              <a:lnSpc>
                <a:spcPct val="130000"/>
              </a:lnSpc>
              <a:spcAft>
                <a:spcPts val="0"/>
              </a:spcAft>
            </a:pPr>
            <a:r>
              <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rPr>
              <a:t>炭黑微晶</a:t>
            </a:r>
            <a:endParaRPr lang="zh-CN" altLang="en-US" sz="2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p:nvSpPr>
          <p:cNvPr id="19" name="文本框 18"/>
          <p:cNvSpPr txBox="1"/>
          <p:nvPr>
            <p:custDataLst>
              <p:tags r:id="rId14"/>
            </p:custDataLst>
          </p:nvPr>
        </p:nvSpPr>
        <p:spPr>
          <a:xfrm>
            <a:off x="8002270" y="4607560"/>
            <a:ext cx="1857375" cy="485775"/>
          </a:xfrm>
          <a:prstGeom prst="rect">
            <a:avLst/>
          </a:prstGeom>
          <a:noFill/>
        </p:spPr>
        <p:txBody>
          <a:bodyPr wrap="none" lIns="0" tIns="0" rIns="0" bIns="71755" rtlCol="0" anchor="b" anchorCtr="0">
            <a:normAutofit fontScale="25000"/>
          </a:bodyPr>
          <a:lstStyle/>
          <a:p>
            <a:pPr indent="0" algn="ctr" fontAlgn="auto">
              <a:lnSpc>
                <a:spcPct val="130000"/>
              </a:lnSpc>
              <a:spcAft>
                <a:spcPts val="0"/>
              </a:spcAft>
            </a:pPr>
            <a:r>
              <a:rPr lang="zh-CN" altLang="en-US" sz="8000" b="1" dirty="0">
                <a:gradFill>
                  <a:gsLst>
                    <a:gs pos="0">
                      <a:schemeClr val="accent1"/>
                    </a:gs>
                    <a:gs pos="100000">
                      <a:schemeClr val="accent1">
                        <a:alpha val="46000"/>
                      </a:schemeClr>
                    </a:gs>
                  </a:gsLst>
                  <a:lin ang="5400000" scaled="0"/>
                </a:gradFill>
                <a:latin typeface="微软雅黑" charset="-122"/>
                <a:ea typeface="微软雅黑" charset="-122"/>
                <a:sym typeface="+mn-ea"/>
              </a:rPr>
              <a:t>聚集体</a:t>
            </a:r>
            <a:r>
              <a:rPr lang="en-US" altLang="zh-CN" sz="8000" b="1" dirty="0">
                <a:gradFill>
                  <a:gsLst>
                    <a:gs pos="0">
                      <a:schemeClr val="accent1"/>
                    </a:gs>
                    <a:gs pos="100000">
                      <a:schemeClr val="accent1">
                        <a:alpha val="46000"/>
                      </a:schemeClr>
                    </a:gs>
                  </a:gsLst>
                  <a:lin ang="5400000" scaled="0"/>
                </a:gradFill>
                <a:latin typeface="微软雅黑" charset="-122"/>
                <a:ea typeface="微软雅黑" charset="-122"/>
                <a:sym typeface="+mn-ea"/>
              </a:rPr>
              <a:t>/</a:t>
            </a:r>
            <a:r>
              <a:rPr lang="zh-CN" altLang="en-US" sz="8000" b="1" dirty="0">
                <a:gradFill>
                  <a:gsLst>
                    <a:gs pos="0">
                      <a:schemeClr val="accent1"/>
                    </a:gs>
                    <a:gs pos="100000">
                      <a:schemeClr val="accent1">
                        <a:alpha val="46000"/>
                      </a:schemeClr>
                    </a:gs>
                  </a:gsLst>
                  <a:lin ang="5400000" scaled="0"/>
                </a:gradFill>
                <a:latin typeface="微软雅黑" charset="-122"/>
                <a:ea typeface="微软雅黑" charset="-122"/>
                <a:sym typeface="+mn-ea"/>
              </a:rPr>
              <a:t>一次结构</a:t>
            </a:r>
            <a:endParaRPr lang="zh-CN" altLang="en-US" sz="8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a:p>
            <a:pPr indent="0" algn="ctr" fontAlgn="auto">
              <a:lnSpc>
                <a:spcPct val="130000"/>
              </a:lnSpc>
              <a:spcAft>
                <a:spcPts val="0"/>
              </a:spcAft>
            </a:pPr>
            <a:r>
              <a:rPr lang="zh-CN" altLang="en-US" sz="4000" b="1" dirty="0">
                <a:gradFill>
                  <a:gsLst>
                    <a:gs pos="0">
                      <a:schemeClr val="accent1"/>
                    </a:gs>
                    <a:gs pos="100000">
                      <a:schemeClr val="accent1">
                        <a:alpha val="46000"/>
                      </a:schemeClr>
                    </a:gs>
                  </a:gsLst>
                  <a:lin ang="5400000" scaled="0"/>
                </a:gradFill>
                <a:latin typeface="微软雅黑" charset="-122"/>
                <a:ea typeface="微软雅黑" charset="-122"/>
                <a:sym typeface="+mn-ea"/>
              </a:rPr>
              <a:t>（熔接而成，牢固，永久结构，尺寸几百纳米）</a:t>
            </a:r>
            <a:endParaRPr lang="zh-CN" altLang="en-US" sz="4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cxnSp>
        <p:nvCxnSpPr>
          <p:cNvPr id="23" name="直接连接符 22"/>
          <p:cNvCxnSpPr/>
          <p:nvPr>
            <p:custDataLst>
              <p:tags r:id="rId15"/>
            </p:custDataLst>
          </p:nvPr>
        </p:nvCxnSpPr>
        <p:spPr>
          <a:xfrm flipV="1">
            <a:off x="6097260" y="3943668"/>
            <a:ext cx="0" cy="539750"/>
          </a:xfrm>
          <a:prstGeom prst="line">
            <a:avLst/>
          </a:prstGeom>
          <a:ln>
            <a:gradFill>
              <a:gsLst>
                <a:gs pos="0">
                  <a:schemeClr val="accent1">
                    <a:alpha val="0"/>
                  </a:schemeClr>
                </a:gs>
                <a:gs pos="100000">
                  <a:schemeClr val="accent1"/>
                </a:gs>
              </a:gsLst>
              <a:lin ang="16200000" scaled="0"/>
            </a:gradFill>
            <a:headEnd type="oval"/>
          </a:ln>
        </p:spPr>
        <p:style>
          <a:lnRef idx="2">
            <a:schemeClr val="accent1"/>
          </a:lnRef>
          <a:fillRef idx="0">
            <a:srgbClr val="FFFFFF"/>
          </a:fillRef>
          <a:effectRef idx="0">
            <a:srgbClr val="FFFFFF"/>
          </a:effectRef>
          <a:fontRef idx="minor">
            <a:schemeClr val="tx1"/>
          </a:fontRef>
        </p:style>
      </p:cxnSp>
      <p:cxnSp>
        <p:nvCxnSpPr>
          <p:cNvPr id="24" name="直接连接符 23"/>
          <p:cNvCxnSpPr/>
          <p:nvPr>
            <p:custDataLst>
              <p:tags r:id="rId16"/>
            </p:custDataLst>
          </p:nvPr>
        </p:nvCxnSpPr>
        <p:spPr>
          <a:xfrm flipV="1">
            <a:off x="3225790" y="3880168"/>
            <a:ext cx="0" cy="539750"/>
          </a:xfrm>
          <a:prstGeom prst="line">
            <a:avLst/>
          </a:prstGeom>
          <a:ln>
            <a:gradFill>
              <a:gsLst>
                <a:gs pos="0">
                  <a:schemeClr val="accent1">
                    <a:alpha val="0"/>
                  </a:schemeClr>
                </a:gs>
                <a:gs pos="100000">
                  <a:schemeClr val="accent1"/>
                </a:gs>
              </a:gsLst>
              <a:lin ang="16200000" scaled="0"/>
            </a:gradFill>
            <a:headEnd type="oval"/>
          </a:ln>
        </p:spPr>
        <p:style>
          <a:lnRef idx="2">
            <a:schemeClr val="accent1"/>
          </a:lnRef>
          <a:fillRef idx="0">
            <a:srgbClr val="FFFFFF"/>
          </a:fillRef>
          <a:effectRef idx="0">
            <a:srgbClr val="FFFFFF"/>
          </a:effectRef>
          <a:fontRef idx="minor">
            <a:schemeClr val="tx1"/>
          </a:fontRef>
        </p:style>
      </p:cxnSp>
      <p:sp>
        <p:nvSpPr>
          <p:cNvPr id="5" name="文本框 4"/>
          <p:cNvSpPr txBox="1"/>
          <p:nvPr>
            <p:custDataLst>
              <p:tags r:id="rId17"/>
            </p:custDataLst>
          </p:nvPr>
        </p:nvSpPr>
        <p:spPr>
          <a:xfrm>
            <a:off x="9454515" y="2811145"/>
            <a:ext cx="1900555" cy="485775"/>
          </a:xfrm>
          <a:prstGeom prst="rect">
            <a:avLst/>
          </a:prstGeom>
          <a:noFill/>
        </p:spPr>
        <p:txBody>
          <a:bodyPr wrap="none" lIns="0" tIns="0" rIns="0" bIns="71755" rtlCol="0" anchor="b" anchorCtr="0">
            <a:normAutofit fontScale="25000"/>
          </a:bodyPr>
          <a:lstStyle/>
          <a:p>
            <a:pPr indent="0" algn="ctr" fontAlgn="auto">
              <a:lnSpc>
                <a:spcPct val="130000"/>
              </a:lnSpc>
              <a:spcAft>
                <a:spcPts val="0"/>
              </a:spcAft>
            </a:pPr>
            <a:r>
              <a:rPr lang="zh-CN" altLang="en-US" sz="8000" b="1" dirty="0">
                <a:gradFill>
                  <a:gsLst>
                    <a:gs pos="0">
                      <a:schemeClr val="accent1"/>
                    </a:gs>
                    <a:gs pos="100000">
                      <a:schemeClr val="accent1">
                        <a:alpha val="46000"/>
                      </a:schemeClr>
                    </a:gs>
                  </a:gsLst>
                  <a:lin ang="5400000" scaled="0"/>
                </a:gradFill>
                <a:latin typeface="微软雅黑" charset="-122"/>
                <a:ea typeface="微软雅黑" charset="-122"/>
                <a:sym typeface="+mn-ea"/>
              </a:rPr>
              <a:t>附聚集</a:t>
            </a:r>
            <a:r>
              <a:rPr lang="en-US" altLang="zh-CN" sz="8000" b="1" dirty="0">
                <a:gradFill>
                  <a:gsLst>
                    <a:gs pos="0">
                      <a:schemeClr val="accent1"/>
                    </a:gs>
                    <a:gs pos="100000">
                      <a:schemeClr val="accent1">
                        <a:alpha val="46000"/>
                      </a:schemeClr>
                    </a:gs>
                  </a:gsLst>
                  <a:lin ang="5400000" scaled="0"/>
                </a:gradFill>
                <a:latin typeface="微软雅黑" charset="-122"/>
                <a:ea typeface="微软雅黑" charset="-122"/>
                <a:sym typeface="+mn-ea"/>
              </a:rPr>
              <a:t>/</a:t>
            </a:r>
            <a:r>
              <a:rPr lang="zh-CN" altLang="en-US" sz="8000" b="1" dirty="0">
                <a:gradFill>
                  <a:gsLst>
                    <a:gs pos="0">
                      <a:schemeClr val="accent1"/>
                    </a:gs>
                    <a:gs pos="100000">
                      <a:schemeClr val="accent1">
                        <a:alpha val="46000"/>
                      </a:schemeClr>
                    </a:gs>
                  </a:gsLst>
                  <a:lin ang="5400000" scaled="0"/>
                </a:gradFill>
                <a:latin typeface="微软雅黑" charset="-122"/>
                <a:ea typeface="微软雅黑" charset="-122"/>
                <a:sym typeface="+mn-ea"/>
              </a:rPr>
              <a:t>二次结构</a:t>
            </a:r>
            <a:endParaRPr lang="zh-CN" altLang="en-US" sz="8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a:p>
            <a:pPr indent="0" algn="ctr" fontAlgn="auto">
              <a:lnSpc>
                <a:spcPct val="130000"/>
              </a:lnSpc>
              <a:spcAft>
                <a:spcPts val="0"/>
              </a:spcAft>
            </a:pPr>
            <a:r>
              <a:rPr lang="zh-CN" altLang="en-US" sz="4000" b="1" dirty="0">
                <a:gradFill>
                  <a:gsLst>
                    <a:gs pos="0">
                      <a:schemeClr val="accent1"/>
                    </a:gs>
                    <a:gs pos="100000">
                      <a:schemeClr val="accent1">
                        <a:alpha val="46000"/>
                      </a:schemeClr>
                    </a:gs>
                  </a:gsLst>
                  <a:lin ang="5400000" scaled="0"/>
                </a:gradFill>
                <a:latin typeface="微软雅黑" charset="-122"/>
                <a:ea typeface="微软雅黑" charset="-122"/>
                <a:sym typeface="+mn-ea"/>
              </a:rPr>
              <a:t>（范德华力吸附形成，不牢固，暂时结构，尺寸微米级）</a:t>
            </a:r>
            <a:endParaRPr lang="zh-CN" altLang="en-US" sz="4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cxnSp>
        <p:nvCxnSpPr>
          <p:cNvPr id="8" name="直接连接符 7"/>
          <p:cNvCxnSpPr/>
          <p:nvPr>
            <p:custDataLst>
              <p:tags r:id="rId18"/>
            </p:custDataLst>
          </p:nvPr>
        </p:nvCxnSpPr>
        <p:spPr>
          <a:xfrm>
            <a:off x="10404465" y="3336608"/>
            <a:ext cx="0" cy="539750"/>
          </a:xfrm>
          <a:prstGeom prst="line">
            <a:avLst/>
          </a:prstGeom>
          <a:ln>
            <a:gradFill>
              <a:gsLst>
                <a:gs pos="0">
                  <a:schemeClr val="accent1">
                    <a:alpha val="0"/>
                  </a:schemeClr>
                </a:gs>
                <a:gs pos="100000">
                  <a:schemeClr val="accent1"/>
                </a:gs>
              </a:gsLst>
              <a:lin ang="16200000" scaled="0"/>
            </a:gradFill>
            <a:headEnd type="oval"/>
          </a:ln>
        </p:spPr>
        <p:style>
          <a:lnRef idx="2">
            <a:schemeClr val="accent1"/>
          </a:lnRef>
          <a:fillRef idx="0">
            <a:srgbClr val="FFFFFF"/>
          </a:fillRef>
          <a:effectRef idx="0">
            <a:srgbClr val="FFFFFF"/>
          </a:effectRef>
          <a:fontRef idx="minor">
            <a:schemeClr val="tx1"/>
          </a:fontRef>
        </p:style>
      </p:cxnSp>
      <p:pic>
        <p:nvPicPr>
          <p:cNvPr id="3" name="图片 2"/>
          <p:cNvPicPr/>
          <p:nvPr/>
        </p:nvPicPr>
        <p:blipFill>
          <a:blip r:embed="rId19"/>
          <a:stretch>
            <a:fillRect/>
          </a:stretch>
        </p:blipFill>
        <p:spPr>
          <a:xfrm>
            <a:off x="1292860" y="1668780"/>
            <a:ext cx="1080000" cy="1080000"/>
          </a:xfrm>
          <a:prstGeom prst="rect">
            <a:avLst/>
          </a:prstGeom>
        </p:spPr>
      </p:pic>
      <p:pic>
        <p:nvPicPr>
          <p:cNvPr id="9" name="图片 8"/>
          <p:cNvPicPr/>
          <p:nvPr/>
        </p:nvPicPr>
        <p:blipFill>
          <a:blip r:embed="rId20"/>
          <a:stretch>
            <a:fillRect/>
          </a:stretch>
        </p:blipFill>
        <p:spPr>
          <a:xfrm>
            <a:off x="2686050" y="5093335"/>
            <a:ext cx="1080000" cy="1080000"/>
          </a:xfrm>
          <a:prstGeom prst="rect">
            <a:avLst/>
          </a:prstGeom>
        </p:spPr>
      </p:pic>
      <p:pic>
        <p:nvPicPr>
          <p:cNvPr id="10" name="图片 9"/>
          <p:cNvPicPr/>
          <p:nvPr/>
        </p:nvPicPr>
        <p:blipFill>
          <a:blip r:embed="rId21"/>
          <a:stretch>
            <a:fillRect/>
          </a:stretch>
        </p:blipFill>
        <p:spPr>
          <a:xfrm>
            <a:off x="4142740" y="1668145"/>
            <a:ext cx="1080000" cy="1080000"/>
          </a:xfrm>
          <a:prstGeom prst="rect">
            <a:avLst/>
          </a:prstGeom>
        </p:spPr>
      </p:pic>
      <p:pic>
        <p:nvPicPr>
          <p:cNvPr id="11" name="图片 10"/>
          <p:cNvPicPr/>
          <p:nvPr/>
        </p:nvPicPr>
        <p:blipFill>
          <a:blip r:embed="rId22"/>
          <a:stretch>
            <a:fillRect/>
          </a:stretch>
        </p:blipFill>
        <p:spPr>
          <a:xfrm>
            <a:off x="5557520" y="5093970"/>
            <a:ext cx="1080000" cy="1080000"/>
          </a:xfrm>
          <a:prstGeom prst="rect">
            <a:avLst/>
          </a:prstGeom>
        </p:spPr>
      </p:pic>
      <p:pic>
        <p:nvPicPr>
          <p:cNvPr id="12" name="图片 11"/>
          <p:cNvPicPr/>
          <p:nvPr/>
        </p:nvPicPr>
        <p:blipFill>
          <a:blip r:embed="rId23"/>
          <a:stretch>
            <a:fillRect/>
          </a:stretch>
        </p:blipFill>
        <p:spPr>
          <a:xfrm>
            <a:off x="6992620" y="1583055"/>
            <a:ext cx="1080000" cy="1080000"/>
          </a:xfrm>
          <a:prstGeom prst="rect">
            <a:avLst/>
          </a:prstGeom>
        </p:spPr>
      </p:pic>
      <p:pic>
        <p:nvPicPr>
          <p:cNvPr id="13" name="图片 12"/>
          <p:cNvPicPr/>
          <p:nvPr/>
        </p:nvPicPr>
        <p:blipFill>
          <a:blip r:embed="rId24"/>
          <a:stretch>
            <a:fillRect/>
          </a:stretch>
        </p:blipFill>
        <p:spPr>
          <a:xfrm>
            <a:off x="8428990" y="5093335"/>
            <a:ext cx="1080000" cy="1080000"/>
          </a:xfrm>
          <a:prstGeom prst="rect">
            <a:avLst/>
          </a:prstGeom>
        </p:spPr>
      </p:pic>
      <p:pic>
        <p:nvPicPr>
          <p:cNvPr id="14" name="图片 13"/>
          <p:cNvPicPr/>
          <p:nvPr/>
        </p:nvPicPr>
        <p:blipFill>
          <a:blip r:embed="rId25"/>
          <a:stretch>
            <a:fillRect/>
          </a:stretch>
        </p:blipFill>
        <p:spPr>
          <a:xfrm>
            <a:off x="9859010" y="1645920"/>
            <a:ext cx="1080000" cy="1080000"/>
          </a:xfrm>
          <a:prstGeom prst="rect">
            <a:avLst/>
          </a:prstGeom>
        </p:spPr>
      </p:pic>
    </p:spTree>
    <p:custDataLst>
      <p:tags r:id="rId2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炭黑的结构度</a:t>
            </a:r>
            <a:endParaRPr lang="zh-CN" altLang="en-US"/>
          </a:p>
        </p:txBody>
      </p:sp>
      <p:sp>
        <p:nvSpPr>
          <p:cNvPr id="19" name="同侧圆角矩形 18"/>
          <p:cNvSpPr/>
          <p:nvPr>
            <p:custDataLst>
              <p:tags r:id="rId2"/>
            </p:custDataLst>
          </p:nvPr>
        </p:nvSpPr>
        <p:spPr>
          <a:xfrm>
            <a:off x="683895" y="3491669"/>
            <a:ext cx="506254" cy="2515236"/>
          </a:xfrm>
          <a:prstGeom prst="round2SameRect">
            <a:avLst>
              <a:gd name="adj1" fmla="val 50000"/>
              <a:gd name="adj2" fmla="val 0"/>
            </a:avLst>
          </a:prstGeom>
          <a:gradFill>
            <a:gsLst>
              <a:gs pos="0">
                <a:schemeClr val="accent1">
                  <a:alpha val="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3"/>
            </p:custDataLst>
          </p:nvPr>
        </p:nvSpPr>
        <p:spPr>
          <a:xfrm>
            <a:off x="5196840" y="2126037"/>
            <a:ext cx="6197600" cy="153656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炭黑结构度用聚集体表面的空隙体积大小来反映，通常用</a:t>
            </a:r>
            <a:r>
              <a:rPr lang="en-US" altLang="zh-CN" sz="1600" dirty="0">
                <a:solidFill>
                  <a:schemeClr val="tx1">
                    <a:lumMod val="85000"/>
                    <a:lumOff val="15000"/>
                  </a:schemeClr>
                </a:solidFill>
                <a:latin typeface="+mn-ea"/>
                <a:cs typeface="+mn-ea"/>
              </a:rPr>
              <a:t>DBP</a:t>
            </a:r>
            <a:r>
              <a:rPr lang="zh-CN" altLang="en-US" sz="1600" dirty="0">
                <a:solidFill>
                  <a:schemeClr val="tx1">
                    <a:lumMod val="85000"/>
                    <a:lumOff val="15000"/>
                  </a:schemeClr>
                </a:solidFill>
                <a:latin typeface="+mn-ea"/>
                <a:cs typeface="+mn-ea"/>
              </a:rPr>
              <a:t>吸油值法测定炭黑的结构度。</a:t>
            </a:r>
            <a:endParaRPr lang="zh-CN" altLang="en-US" sz="1600" dirty="0">
              <a:solidFill>
                <a:schemeClr val="tx1">
                  <a:lumMod val="85000"/>
                  <a:lumOff val="15000"/>
                </a:schemeClr>
              </a:solidFill>
              <a:latin typeface="+mn-ea"/>
              <a:cs typeface="+mn-ea"/>
            </a:endParaRPr>
          </a:p>
        </p:txBody>
      </p:sp>
      <p:sp>
        <p:nvSpPr>
          <p:cNvPr id="5" name="平行四边形 4"/>
          <p:cNvSpPr/>
          <p:nvPr>
            <p:custDataLst>
              <p:tags r:id="rId4"/>
            </p:custDataLst>
          </p:nvPr>
        </p:nvSpPr>
        <p:spPr>
          <a:xfrm>
            <a:off x="4947920" y="1839175"/>
            <a:ext cx="34905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 name="矩形 5"/>
          <p:cNvSpPr/>
          <p:nvPr>
            <p:custDataLst>
              <p:tags r:id="rId5"/>
            </p:custDataLst>
          </p:nvPr>
        </p:nvSpPr>
        <p:spPr>
          <a:xfrm>
            <a:off x="5196966" y="1375286"/>
            <a:ext cx="6197474" cy="625179"/>
          </a:xfrm>
          <a:prstGeom prst="rect">
            <a:avLst/>
          </a:prstGeom>
          <a:noFill/>
        </p:spPr>
        <p:txBody>
          <a:bodyPr wrap="square" lIns="0" tIns="0" rIns="0" bIns="0" rtlCol="0" anchor="b">
            <a:noAutofit/>
          </a:bodyPr>
          <a:p>
            <a:pPr>
              <a:spcBef>
                <a:spcPct val="0"/>
              </a:spcBef>
              <a:spcAft>
                <a:spcPct val="0"/>
              </a:spcAft>
            </a:pPr>
            <a:r>
              <a:rPr lang="zh-CN" altLang="en-US" sz="2400" b="1" dirty="0">
                <a:solidFill>
                  <a:schemeClr val="tx1"/>
                </a:solidFill>
                <a:latin typeface="+mn-ea"/>
                <a:cs typeface="+mn-ea"/>
              </a:rPr>
              <a:t>炭黑结构度表征及测定：</a:t>
            </a:r>
            <a:endParaRPr lang="zh-CN" altLang="en-US" sz="2400" b="1" dirty="0">
              <a:solidFill>
                <a:schemeClr val="tx1"/>
              </a:solidFill>
              <a:latin typeface="+mn-ea"/>
              <a:cs typeface="+mn-ea"/>
            </a:endParaRPr>
          </a:p>
        </p:txBody>
      </p:sp>
      <p:sp>
        <p:nvSpPr>
          <p:cNvPr id="10" name="矩形 9"/>
          <p:cNvSpPr/>
          <p:nvPr>
            <p:custDataLst>
              <p:tags r:id="rId6"/>
            </p:custDataLst>
          </p:nvPr>
        </p:nvSpPr>
        <p:spPr>
          <a:xfrm>
            <a:off x="5196840" y="4482477"/>
            <a:ext cx="6197600" cy="1536564"/>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1600" dirty="0">
                <a:solidFill>
                  <a:schemeClr val="tx1">
                    <a:lumMod val="85000"/>
                    <a:lumOff val="15000"/>
                  </a:schemeClr>
                </a:solidFill>
                <a:latin typeface="+mn-ea"/>
                <a:cs typeface="+mn-ea"/>
              </a:rPr>
              <a:t>DBP</a:t>
            </a:r>
            <a:r>
              <a:rPr lang="zh-CN" altLang="en-US" sz="1600" dirty="0">
                <a:solidFill>
                  <a:schemeClr val="tx1">
                    <a:lumMod val="85000"/>
                    <a:lumOff val="15000"/>
                  </a:schemeClr>
                </a:solidFill>
                <a:latin typeface="+mn-ea"/>
                <a:cs typeface="+mn-ea"/>
              </a:rPr>
              <a:t>吸油值：一次结构和二次结构的吸油值。</a:t>
            </a:r>
            <a:endParaRPr lang="zh-CN" altLang="en-US" sz="1600" dirty="0">
              <a:solidFill>
                <a:schemeClr val="tx1">
                  <a:lumMod val="85000"/>
                  <a:lumOff val="15000"/>
                </a:schemeClr>
              </a:solidFill>
              <a:latin typeface="+mn-ea"/>
              <a:cs typeface="+mn-ea"/>
            </a:endParaRPr>
          </a:p>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压缩</a:t>
            </a:r>
            <a:r>
              <a:rPr lang="en-US" altLang="zh-CN" sz="1600" dirty="0">
                <a:solidFill>
                  <a:schemeClr val="tx1">
                    <a:lumMod val="85000"/>
                    <a:lumOff val="15000"/>
                  </a:schemeClr>
                </a:solidFill>
                <a:latin typeface="+mn-ea"/>
                <a:cs typeface="+mn-ea"/>
              </a:rPr>
              <a:t>DBP</a:t>
            </a:r>
            <a:r>
              <a:rPr lang="zh-CN" altLang="en-US" sz="1600" dirty="0">
                <a:solidFill>
                  <a:schemeClr val="tx1">
                    <a:lumMod val="85000"/>
                    <a:lumOff val="15000"/>
                  </a:schemeClr>
                </a:solidFill>
                <a:latin typeface="+mn-ea"/>
                <a:cs typeface="+mn-ea"/>
              </a:rPr>
              <a:t>吸油值：一次结构的吸油值。（高压压缩</a:t>
            </a:r>
            <a:r>
              <a:rPr lang="en-US" altLang="zh-CN" sz="1600" dirty="0">
                <a:solidFill>
                  <a:schemeClr val="tx1">
                    <a:lumMod val="85000"/>
                    <a:lumOff val="15000"/>
                  </a:schemeClr>
                </a:solidFill>
                <a:latin typeface="+mn-ea"/>
                <a:cs typeface="+mn-ea"/>
              </a:rPr>
              <a:t>4</a:t>
            </a:r>
            <a:r>
              <a:rPr lang="zh-CN" altLang="en-US" sz="1600" dirty="0">
                <a:solidFill>
                  <a:schemeClr val="tx1">
                    <a:lumMod val="85000"/>
                    <a:lumOff val="15000"/>
                  </a:schemeClr>
                </a:solidFill>
                <a:latin typeface="+mn-ea"/>
                <a:cs typeface="+mn-ea"/>
              </a:rPr>
              <a:t>次，将内部空隙压实）</a:t>
            </a:r>
            <a:endParaRPr lang="zh-CN" altLang="en-US" sz="1600" dirty="0">
              <a:solidFill>
                <a:schemeClr val="tx1">
                  <a:lumMod val="85000"/>
                  <a:lumOff val="15000"/>
                </a:schemeClr>
              </a:solidFill>
              <a:latin typeface="+mn-ea"/>
              <a:cs typeface="+mn-ea"/>
            </a:endParaRPr>
          </a:p>
        </p:txBody>
      </p:sp>
      <p:sp>
        <p:nvSpPr>
          <p:cNvPr id="11" name="平行四边形 10"/>
          <p:cNvSpPr/>
          <p:nvPr>
            <p:custDataLst>
              <p:tags r:id="rId7"/>
            </p:custDataLst>
          </p:nvPr>
        </p:nvSpPr>
        <p:spPr>
          <a:xfrm>
            <a:off x="4947920" y="4195615"/>
            <a:ext cx="34905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pic>
        <p:nvPicPr>
          <p:cNvPr id="2" name="图片 1"/>
          <p:cNvPicPr>
            <a:picLocks noChangeAspect="1"/>
          </p:cNvPicPr>
          <p:nvPr/>
        </p:nvPicPr>
        <p:blipFill>
          <a:blip r:embed="rId8"/>
          <a:stretch>
            <a:fillRect/>
          </a:stretch>
        </p:blipFill>
        <p:spPr>
          <a:xfrm>
            <a:off x="775335" y="1443355"/>
            <a:ext cx="3557270" cy="4307205"/>
          </a:xfrm>
          <a:prstGeom prst="rect">
            <a:avLst/>
          </a:prstGeom>
        </p:spPr>
      </p:pic>
    </p:spTree>
    <p:custDataLst>
      <p:tags r:id="rId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a:t>炭黑的酸碱性</a:t>
            </a:r>
            <a:endParaRPr lang="zh-CN" altLang="en-US"/>
          </a:p>
        </p:txBody>
      </p:sp>
      <p:sp>
        <p:nvSpPr>
          <p:cNvPr id="10" name="文本框 9"/>
          <p:cNvSpPr txBox="1"/>
          <p:nvPr>
            <p:custDataLst>
              <p:tags r:id="rId2"/>
            </p:custDataLst>
          </p:nvPr>
        </p:nvSpPr>
        <p:spPr>
          <a:xfrm>
            <a:off x="2126615" y="1446530"/>
            <a:ext cx="8640445" cy="1174750"/>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2500" dirty="0">
                <a:solidFill>
                  <a:schemeClr val="tx1">
                    <a:lumMod val="85000"/>
                    <a:lumOff val="15000"/>
                  </a:schemeClr>
                </a:solidFill>
                <a:sym typeface="+mn-ea"/>
              </a:rPr>
              <a:t>炭黑本身显弱酸性，但由于生产方法（冷却方法）不同，使炭黑的弱酸性发生改变。</a:t>
            </a:r>
            <a:endParaRPr lang="zh-CN" altLang="en-US" sz="2500" dirty="0">
              <a:solidFill>
                <a:schemeClr val="tx1">
                  <a:lumMod val="85000"/>
                  <a:lumOff val="15000"/>
                </a:schemeClr>
              </a:solidFill>
              <a:sym typeface="+mn-ea"/>
            </a:endParaRPr>
          </a:p>
        </p:txBody>
      </p:sp>
      <p:sp>
        <p:nvSpPr>
          <p:cNvPr id="11" name="文本框 10"/>
          <p:cNvSpPr txBox="1"/>
          <p:nvPr>
            <p:custDataLst>
              <p:tags r:id="rId3"/>
            </p:custDataLst>
          </p:nvPr>
        </p:nvSpPr>
        <p:spPr>
          <a:xfrm>
            <a:off x="1236345" y="1444625"/>
            <a:ext cx="607060" cy="1174750"/>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rPr>
              <a:t>01</a:t>
            </a:r>
            <a:endPar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p:nvSpPr>
          <p:cNvPr id="4" name="任意多边形: 形状 8"/>
          <p:cNvSpPr/>
          <p:nvPr>
            <p:custDataLst>
              <p:tags r:id="rId4"/>
            </p:custDataLst>
          </p:nvPr>
        </p:nvSpPr>
        <p:spPr>
          <a:xfrm>
            <a:off x="689763" y="2623236"/>
            <a:ext cx="10812780" cy="3545840"/>
          </a:xfrm>
          <a:custGeom>
            <a:avLst/>
            <a:gdLst>
              <a:gd name="connsiteX0" fmla="*/ 0 w 17028"/>
              <a:gd name="connsiteY0" fmla="*/ 0 h 5584"/>
              <a:gd name="connsiteX1" fmla="*/ 16098 w 17028"/>
              <a:gd name="connsiteY1" fmla="*/ 0 h 5584"/>
              <a:gd name="connsiteX2" fmla="*/ 17028 w 17028"/>
              <a:gd name="connsiteY2" fmla="*/ 930 h 5584"/>
              <a:gd name="connsiteX3" fmla="*/ 17028 w 17028"/>
              <a:gd name="connsiteY3" fmla="*/ 930 h 5584"/>
              <a:gd name="connsiteX4" fmla="*/ 16098 w 17028"/>
              <a:gd name="connsiteY4" fmla="*/ 1859 h 5584"/>
              <a:gd name="connsiteX5" fmla="*/ 930 w 17028"/>
              <a:gd name="connsiteY5" fmla="*/ 1859 h 5584"/>
              <a:gd name="connsiteX6" fmla="*/ 0 w 17028"/>
              <a:gd name="connsiteY6" fmla="*/ 2789 h 5584"/>
              <a:gd name="connsiteX7" fmla="*/ 0 w 17028"/>
              <a:gd name="connsiteY7" fmla="*/ 2789 h 5584"/>
              <a:gd name="connsiteX8" fmla="*/ 930 w 17028"/>
              <a:gd name="connsiteY8" fmla="*/ 3719 h 5584"/>
              <a:gd name="connsiteX9" fmla="*/ 16098 w 17028"/>
              <a:gd name="connsiteY9" fmla="*/ 3719 h 5584"/>
              <a:gd name="connsiteX10" fmla="*/ 17028 w 17028"/>
              <a:gd name="connsiteY10" fmla="*/ 4648 h 5584"/>
              <a:gd name="connsiteX11" fmla="*/ 17028 w 17028"/>
              <a:gd name="connsiteY11" fmla="*/ 4648 h 5584"/>
              <a:gd name="connsiteX12" fmla="*/ 16098 w 17028"/>
              <a:gd name="connsiteY12" fmla="*/ 5578 h 5584"/>
              <a:gd name="connsiteX13" fmla="*/ 124 w 17028"/>
              <a:gd name="connsiteY13" fmla="*/ 5584 h 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28" h="5584">
                <a:moveTo>
                  <a:pt x="0" y="0"/>
                </a:moveTo>
                <a:lnTo>
                  <a:pt x="16098" y="0"/>
                </a:lnTo>
                <a:cubicBezTo>
                  <a:pt x="16611" y="0"/>
                  <a:pt x="17028" y="416"/>
                  <a:pt x="17028" y="930"/>
                </a:cubicBezTo>
                <a:lnTo>
                  <a:pt x="17028" y="930"/>
                </a:lnTo>
                <a:cubicBezTo>
                  <a:pt x="17028" y="1443"/>
                  <a:pt x="16611" y="1859"/>
                  <a:pt x="16098" y="1859"/>
                </a:cubicBezTo>
                <a:lnTo>
                  <a:pt x="930" y="1859"/>
                </a:lnTo>
                <a:cubicBezTo>
                  <a:pt x="416" y="1859"/>
                  <a:pt x="0" y="2276"/>
                  <a:pt x="0" y="2789"/>
                </a:cubicBezTo>
                <a:lnTo>
                  <a:pt x="0" y="2789"/>
                </a:lnTo>
                <a:cubicBezTo>
                  <a:pt x="0" y="3302"/>
                  <a:pt x="416" y="3719"/>
                  <a:pt x="930" y="3719"/>
                </a:cubicBezTo>
                <a:lnTo>
                  <a:pt x="16098" y="3719"/>
                </a:lnTo>
                <a:cubicBezTo>
                  <a:pt x="16611" y="3719"/>
                  <a:pt x="17028" y="4135"/>
                  <a:pt x="17028" y="4648"/>
                </a:cubicBezTo>
                <a:lnTo>
                  <a:pt x="17028" y="4648"/>
                </a:lnTo>
                <a:cubicBezTo>
                  <a:pt x="17028" y="5162"/>
                  <a:pt x="16611" y="5578"/>
                  <a:pt x="16098" y="5578"/>
                </a:cubicBezTo>
                <a:lnTo>
                  <a:pt x="124" y="5584"/>
                </a:lnTo>
              </a:path>
            </a:pathLst>
          </a:custGeom>
          <a:noFill/>
          <a:ln w="9525" cap="flat">
            <a:solidFill>
              <a:schemeClr val="accent1">
                <a:alpha val="60000"/>
              </a:schemeClr>
            </a:solidFill>
            <a:prstDash val="solid"/>
            <a:miter/>
            <a:tailEnd type="triangle" w="med" len="lg"/>
          </a:ln>
        </p:spPr>
        <p:txBody>
          <a:bodyPr rot="0" spcFirstLastPara="0" vertOverflow="overflow" horzOverflow="overflow" vert="mongolianVert" wrap="square" lIns="36195"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useBgFill="1">
        <p:nvSpPr>
          <p:cNvPr id="20" name="椭圆 19"/>
          <p:cNvSpPr>
            <a:spLocks noChangeAspect="1"/>
          </p:cNvSpPr>
          <p:nvPr>
            <p:custDataLst>
              <p:tags r:id="rId5"/>
            </p:custDataLst>
          </p:nvPr>
        </p:nvSpPr>
        <p:spPr>
          <a:xfrm>
            <a:off x="1397635" y="2508885"/>
            <a:ext cx="215900" cy="215900"/>
          </a:xfrm>
          <a:prstGeom prst="ellipse">
            <a:avLst/>
          </a:prstGeom>
          <a:ln w="63500" cap="flat">
            <a:noFill/>
            <a:prstDash val="solid"/>
            <a:miter/>
            <a:tailEnd type="none" w="med" len="lg"/>
          </a:ln>
        </p:spPr>
        <p:txBody>
          <a:bodyPr rtlCol="0" anchor="ctr"/>
          <a:lstStyle/>
          <a:p>
            <a:pPr algn="ctr"/>
            <a:endParaRPr lang="zh-CN" altLang="en-US"/>
          </a:p>
        </p:txBody>
      </p:sp>
      <p:sp>
        <p:nvSpPr>
          <p:cNvPr id="32" name="椭圆 31"/>
          <p:cNvSpPr>
            <a:spLocks noChangeAspect="1"/>
          </p:cNvSpPr>
          <p:nvPr>
            <p:custDataLst>
              <p:tags r:id="rId6"/>
            </p:custDataLst>
          </p:nvPr>
        </p:nvSpPr>
        <p:spPr>
          <a:xfrm>
            <a:off x="1451610" y="2562860"/>
            <a:ext cx="107950" cy="107950"/>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p>
        </p:txBody>
      </p:sp>
      <p:sp>
        <p:nvSpPr>
          <p:cNvPr id="6" name="文本框 5"/>
          <p:cNvSpPr txBox="1"/>
          <p:nvPr>
            <p:custDataLst>
              <p:tags r:id="rId7"/>
            </p:custDataLst>
          </p:nvPr>
        </p:nvSpPr>
        <p:spPr>
          <a:xfrm>
            <a:off x="2126615" y="2623185"/>
            <a:ext cx="8640445" cy="1174750"/>
          </a:xfrm>
          <a:prstGeom prst="rect">
            <a:avLst/>
          </a:prstGeom>
          <a:noFill/>
        </p:spPr>
        <p:txBody>
          <a:bodyPr wrap="square" lIns="0" tIns="0" rIns="0" bIns="71755" rtlCol="0" anchor="ctr" anchorCtr="0">
            <a:noAutofit/>
          </a:bodyPr>
          <a:lstStyle/>
          <a:p>
            <a:pPr lvl="0" algn="l">
              <a:lnSpc>
                <a:spcPct val="130000"/>
              </a:lnSpc>
              <a:spcAft>
                <a:spcPts val="0"/>
              </a:spcAft>
              <a:buClrTx/>
              <a:buSzTx/>
              <a:buFontTx/>
            </a:pPr>
            <a:r>
              <a:rPr lang="zh-CN" altLang="en-US" sz="2500" dirty="0">
                <a:solidFill>
                  <a:schemeClr val="tx1">
                    <a:lumMod val="85000"/>
                    <a:lumOff val="15000"/>
                  </a:schemeClr>
                </a:solidFill>
                <a:sym typeface="+mn-ea"/>
              </a:rPr>
              <a:t>槽法炭黑：呈酸性，</a:t>
            </a:r>
            <a:r>
              <a:rPr lang="en-US" altLang="zh-CN" sz="2500" dirty="0">
                <a:solidFill>
                  <a:schemeClr val="tx1">
                    <a:lumMod val="85000"/>
                    <a:lumOff val="15000"/>
                  </a:schemeClr>
                </a:solidFill>
                <a:sym typeface="+mn-ea"/>
              </a:rPr>
              <a:t>PH</a:t>
            </a:r>
            <a:r>
              <a:rPr lang="zh-CN" altLang="en-US" sz="2500" dirty="0">
                <a:solidFill>
                  <a:schemeClr val="tx1">
                    <a:lumMod val="85000"/>
                    <a:lumOff val="15000"/>
                  </a:schemeClr>
                </a:solidFill>
                <a:sym typeface="+mn-ea"/>
              </a:rPr>
              <a:t>值</a:t>
            </a:r>
            <a:r>
              <a:rPr lang="en-US" altLang="zh-CN" sz="2500" dirty="0">
                <a:solidFill>
                  <a:schemeClr val="tx1">
                    <a:lumMod val="85000"/>
                    <a:lumOff val="15000"/>
                  </a:schemeClr>
                </a:solidFill>
                <a:sym typeface="+mn-ea"/>
              </a:rPr>
              <a:t>2.9~5.5</a:t>
            </a:r>
            <a:r>
              <a:rPr lang="zh-CN" altLang="en-US" sz="2500" dirty="0">
                <a:solidFill>
                  <a:schemeClr val="tx1">
                    <a:lumMod val="85000"/>
                    <a:lumOff val="15000"/>
                  </a:schemeClr>
                </a:solidFill>
                <a:sym typeface="+mn-ea"/>
              </a:rPr>
              <a:t>，表面含氧基团多。</a:t>
            </a:r>
            <a:endParaRPr lang="zh-CN" altLang="en-US" sz="2500" dirty="0">
              <a:solidFill>
                <a:schemeClr val="tx1">
                  <a:lumMod val="85000"/>
                  <a:lumOff val="15000"/>
                </a:schemeClr>
              </a:solidFill>
              <a:sym typeface="+mn-ea"/>
            </a:endParaRPr>
          </a:p>
        </p:txBody>
      </p:sp>
      <p:sp>
        <p:nvSpPr>
          <p:cNvPr id="7" name="文本框 6"/>
          <p:cNvSpPr txBox="1"/>
          <p:nvPr>
            <p:custDataLst>
              <p:tags r:id="rId8"/>
            </p:custDataLst>
          </p:nvPr>
        </p:nvSpPr>
        <p:spPr>
          <a:xfrm>
            <a:off x="1236345" y="2621280"/>
            <a:ext cx="607060" cy="1174750"/>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rPr>
              <a:t>02</a:t>
            </a:r>
            <a:endPar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useBgFill="1">
        <p:nvSpPr>
          <p:cNvPr id="13" name="椭圆 12"/>
          <p:cNvSpPr>
            <a:spLocks noChangeAspect="1"/>
          </p:cNvSpPr>
          <p:nvPr>
            <p:custDataLst>
              <p:tags r:id="rId9"/>
            </p:custDataLst>
          </p:nvPr>
        </p:nvSpPr>
        <p:spPr>
          <a:xfrm>
            <a:off x="1397635" y="3685540"/>
            <a:ext cx="215900" cy="215900"/>
          </a:xfrm>
          <a:prstGeom prst="ellipse">
            <a:avLst/>
          </a:prstGeom>
          <a:ln w="63500" cap="flat">
            <a:noFill/>
            <a:prstDash val="solid"/>
            <a:miter/>
            <a:tailEnd type="none" w="med" len="lg"/>
          </a:ln>
        </p:spPr>
        <p:txBody>
          <a:bodyPr rtlCol="0" anchor="ctr"/>
          <a:lstStyle/>
          <a:p>
            <a:pPr algn="ctr"/>
            <a:endParaRPr lang="zh-CN" altLang="en-US"/>
          </a:p>
        </p:txBody>
      </p:sp>
      <p:sp>
        <p:nvSpPr>
          <p:cNvPr id="14" name="椭圆 13"/>
          <p:cNvSpPr>
            <a:spLocks noChangeAspect="1"/>
          </p:cNvSpPr>
          <p:nvPr>
            <p:custDataLst>
              <p:tags r:id="rId10"/>
            </p:custDataLst>
          </p:nvPr>
        </p:nvSpPr>
        <p:spPr>
          <a:xfrm>
            <a:off x="1451610" y="3739515"/>
            <a:ext cx="107950" cy="107950"/>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p>
        </p:txBody>
      </p:sp>
      <p:sp>
        <p:nvSpPr>
          <p:cNvPr id="15" name="文本框 14"/>
          <p:cNvSpPr txBox="1"/>
          <p:nvPr>
            <p:custDataLst>
              <p:tags r:id="rId11"/>
            </p:custDataLst>
          </p:nvPr>
        </p:nvSpPr>
        <p:spPr>
          <a:xfrm>
            <a:off x="2126615" y="3799840"/>
            <a:ext cx="8640445" cy="1174750"/>
          </a:xfrm>
          <a:prstGeom prst="rect">
            <a:avLst/>
          </a:prstGeom>
          <a:noFill/>
        </p:spPr>
        <p:txBody>
          <a:bodyPr wrap="square" lIns="0" tIns="0" rIns="0" bIns="71755" rtlCol="0" anchor="ctr" anchorCtr="0">
            <a:noAutofit/>
          </a:bodyPr>
          <a:lstStyle/>
          <a:p>
            <a:pPr lvl="0" algn="l">
              <a:lnSpc>
                <a:spcPct val="130000"/>
              </a:lnSpc>
              <a:spcAft>
                <a:spcPts val="0"/>
              </a:spcAft>
              <a:buClrTx/>
              <a:buSzTx/>
              <a:buFontTx/>
            </a:pPr>
            <a:r>
              <a:rPr lang="zh-CN" altLang="en-US" sz="2500" dirty="0">
                <a:solidFill>
                  <a:schemeClr val="tx1">
                    <a:lumMod val="85000"/>
                    <a:lumOff val="15000"/>
                  </a:schemeClr>
                </a:solidFill>
                <a:sym typeface="+mn-ea"/>
              </a:rPr>
              <a:t>炉法炭黑：含氧集团少，碱性结构控制剂（</a:t>
            </a:r>
            <a:r>
              <a:rPr lang="en-US" altLang="zh-CN" sz="2500" dirty="0">
                <a:solidFill>
                  <a:schemeClr val="tx1">
                    <a:lumMod val="85000"/>
                    <a:lumOff val="15000"/>
                  </a:schemeClr>
                </a:solidFill>
                <a:sym typeface="+mn-ea"/>
              </a:rPr>
              <a:t>K</a:t>
            </a:r>
            <a:r>
              <a:rPr lang="en-US" altLang="zh-CN" sz="2500" baseline="-25000" dirty="0">
                <a:solidFill>
                  <a:schemeClr val="tx1">
                    <a:lumMod val="85000"/>
                    <a:lumOff val="15000"/>
                  </a:schemeClr>
                </a:solidFill>
                <a:sym typeface="+mn-ea"/>
              </a:rPr>
              <a:t>2</a:t>
            </a:r>
            <a:r>
              <a:rPr lang="en-US" altLang="zh-CN" sz="2500" dirty="0">
                <a:solidFill>
                  <a:schemeClr val="tx1">
                    <a:lumMod val="85000"/>
                    <a:lumOff val="15000"/>
                  </a:schemeClr>
                </a:solidFill>
                <a:sym typeface="+mn-ea"/>
              </a:rPr>
              <a:t>CO</a:t>
            </a:r>
            <a:r>
              <a:rPr lang="en-US" altLang="zh-CN" sz="2500" baseline="-25000" dirty="0">
                <a:solidFill>
                  <a:schemeClr val="tx1">
                    <a:lumMod val="85000"/>
                    <a:lumOff val="15000"/>
                  </a:schemeClr>
                </a:solidFill>
                <a:sym typeface="+mn-ea"/>
              </a:rPr>
              <a:t>3</a:t>
            </a:r>
            <a:r>
              <a:rPr lang="zh-CN" altLang="en-US" sz="2500" dirty="0">
                <a:solidFill>
                  <a:schemeClr val="tx1">
                    <a:lumMod val="85000"/>
                    <a:lumOff val="15000"/>
                  </a:schemeClr>
                </a:solidFill>
                <a:sym typeface="+mn-ea"/>
              </a:rPr>
              <a:t>）、急冷及造粒水中碱性物质使炭黑称弱碱性，</a:t>
            </a:r>
            <a:r>
              <a:rPr lang="en-US" altLang="zh-CN" sz="2500" dirty="0">
                <a:solidFill>
                  <a:schemeClr val="tx1">
                    <a:lumMod val="85000"/>
                    <a:lumOff val="15000"/>
                  </a:schemeClr>
                </a:solidFill>
                <a:sym typeface="+mn-ea"/>
              </a:rPr>
              <a:t>PH7~10</a:t>
            </a:r>
            <a:r>
              <a:rPr lang="zh-CN" altLang="en-US" sz="2500" dirty="0">
                <a:solidFill>
                  <a:schemeClr val="tx1">
                    <a:lumMod val="85000"/>
                    <a:lumOff val="15000"/>
                  </a:schemeClr>
                </a:solidFill>
                <a:sym typeface="+mn-ea"/>
              </a:rPr>
              <a:t>。</a:t>
            </a:r>
            <a:endParaRPr lang="zh-CN" altLang="en-US" sz="2500" baseline="-25000" dirty="0">
              <a:solidFill>
                <a:schemeClr val="tx1">
                  <a:lumMod val="85000"/>
                  <a:lumOff val="15000"/>
                </a:schemeClr>
              </a:solidFill>
              <a:sym typeface="+mn-ea"/>
            </a:endParaRPr>
          </a:p>
        </p:txBody>
      </p:sp>
      <p:sp>
        <p:nvSpPr>
          <p:cNvPr id="16" name="文本框 15"/>
          <p:cNvSpPr txBox="1"/>
          <p:nvPr>
            <p:custDataLst>
              <p:tags r:id="rId12"/>
            </p:custDataLst>
          </p:nvPr>
        </p:nvSpPr>
        <p:spPr>
          <a:xfrm>
            <a:off x="1236345" y="3797935"/>
            <a:ext cx="607060" cy="1174750"/>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rPr>
              <a:t>03</a:t>
            </a:r>
            <a:endPar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useBgFill="1">
        <p:nvSpPr>
          <p:cNvPr id="18" name="椭圆 17"/>
          <p:cNvSpPr>
            <a:spLocks noChangeAspect="1"/>
          </p:cNvSpPr>
          <p:nvPr>
            <p:custDataLst>
              <p:tags r:id="rId13"/>
            </p:custDataLst>
          </p:nvPr>
        </p:nvSpPr>
        <p:spPr>
          <a:xfrm>
            <a:off x="1397635" y="4862195"/>
            <a:ext cx="215900" cy="215900"/>
          </a:xfrm>
          <a:prstGeom prst="ellipse">
            <a:avLst/>
          </a:prstGeom>
          <a:ln w="63500" cap="flat">
            <a:noFill/>
            <a:prstDash val="solid"/>
            <a:miter/>
            <a:tailEnd type="none" w="med" len="lg"/>
          </a:ln>
        </p:spPr>
        <p:txBody>
          <a:bodyPr rtlCol="0" anchor="ctr"/>
          <a:lstStyle/>
          <a:p>
            <a:pPr algn="ctr"/>
            <a:endParaRPr lang="zh-CN" altLang="en-US"/>
          </a:p>
        </p:txBody>
      </p:sp>
      <p:sp>
        <p:nvSpPr>
          <p:cNvPr id="21" name="椭圆 20"/>
          <p:cNvSpPr>
            <a:spLocks noChangeAspect="1"/>
          </p:cNvSpPr>
          <p:nvPr>
            <p:custDataLst>
              <p:tags r:id="rId14"/>
            </p:custDataLst>
          </p:nvPr>
        </p:nvSpPr>
        <p:spPr>
          <a:xfrm>
            <a:off x="1451610" y="4916170"/>
            <a:ext cx="107950" cy="107950"/>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p>
        </p:txBody>
      </p:sp>
      <p:sp>
        <p:nvSpPr>
          <p:cNvPr id="22" name="文本框 21"/>
          <p:cNvSpPr txBox="1"/>
          <p:nvPr>
            <p:custDataLst>
              <p:tags r:id="rId15"/>
            </p:custDataLst>
          </p:nvPr>
        </p:nvSpPr>
        <p:spPr>
          <a:xfrm>
            <a:off x="2126615" y="4998085"/>
            <a:ext cx="8640445" cy="1174750"/>
          </a:xfrm>
          <a:prstGeom prst="rect">
            <a:avLst/>
          </a:prstGeom>
          <a:noFill/>
        </p:spPr>
        <p:txBody>
          <a:bodyPr wrap="square" lIns="0" tIns="0" rIns="0" bIns="71755" rtlCol="0" anchor="ctr" anchorCtr="0">
            <a:noAutofit/>
          </a:bodyPr>
          <a:lstStyle/>
          <a:p>
            <a:pPr lvl="0" algn="l">
              <a:lnSpc>
                <a:spcPct val="130000"/>
              </a:lnSpc>
              <a:spcAft>
                <a:spcPts val="0"/>
              </a:spcAft>
              <a:buClrTx/>
              <a:buSzTx/>
              <a:buFontTx/>
            </a:pPr>
            <a:r>
              <a:rPr lang="zh-CN" altLang="en-US" sz="2500" dirty="0">
                <a:solidFill>
                  <a:schemeClr val="tx1">
                    <a:lumMod val="85000"/>
                    <a:lumOff val="15000"/>
                  </a:schemeClr>
                </a:solidFill>
                <a:sym typeface="+mn-ea"/>
              </a:rPr>
              <a:t>炭黑酸碱性对胶料硫化速度有重要影响，酸性炭黑硫化速度偏慢，碱性炭黑硫化速度较快。</a:t>
            </a:r>
            <a:endParaRPr lang="zh-CN" altLang="en-US" sz="2500" dirty="0">
              <a:solidFill>
                <a:schemeClr val="tx1">
                  <a:lumMod val="85000"/>
                  <a:lumOff val="15000"/>
                </a:schemeClr>
              </a:solidFill>
              <a:sym typeface="+mn-ea"/>
            </a:endParaRPr>
          </a:p>
        </p:txBody>
      </p:sp>
      <p:sp>
        <p:nvSpPr>
          <p:cNvPr id="23" name="文本框 22"/>
          <p:cNvSpPr txBox="1"/>
          <p:nvPr>
            <p:custDataLst>
              <p:tags r:id="rId16"/>
            </p:custDataLst>
          </p:nvPr>
        </p:nvSpPr>
        <p:spPr>
          <a:xfrm>
            <a:off x="1236345" y="4996180"/>
            <a:ext cx="607060" cy="1174750"/>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rPr>
              <a:t>04</a:t>
            </a:r>
            <a:endParaRPr lang="en-US" altLang="zh-CN" sz="3000" b="1" dirty="0">
              <a:gradFill>
                <a:gsLst>
                  <a:gs pos="0">
                    <a:schemeClr val="accent1"/>
                  </a:gs>
                  <a:gs pos="100000">
                    <a:schemeClr val="accent1">
                      <a:alpha val="46000"/>
                    </a:schemeClr>
                  </a:gs>
                </a:gsLst>
                <a:lin ang="5400000" scaled="0"/>
              </a:gradFill>
              <a:latin typeface="微软雅黑" charset="-122"/>
              <a:ea typeface="微软雅黑" charset="-122"/>
              <a:sym typeface="+mn-ea"/>
            </a:endParaRPr>
          </a:p>
        </p:txBody>
      </p:sp>
      <p:sp useBgFill="1">
        <p:nvSpPr>
          <p:cNvPr id="25" name="椭圆 24"/>
          <p:cNvSpPr>
            <a:spLocks noChangeAspect="1"/>
          </p:cNvSpPr>
          <p:nvPr>
            <p:custDataLst>
              <p:tags r:id="rId17"/>
            </p:custDataLst>
          </p:nvPr>
        </p:nvSpPr>
        <p:spPr>
          <a:xfrm>
            <a:off x="1397635" y="6060440"/>
            <a:ext cx="215900" cy="215900"/>
          </a:xfrm>
          <a:prstGeom prst="ellipse">
            <a:avLst/>
          </a:prstGeom>
          <a:ln w="63500" cap="flat">
            <a:noFill/>
            <a:prstDash val="solid"/>
            <a:miter/>
            <a:tailEnd type="none" w="med" len="lg"/>
          </a:ln>
        </p:spPr>
        <p:txBody>
          <a:bodyPr rtlCol="0" anchor="ctr"/>
          <a:lstStyle/>
          <a:p>
            <a:pPr algn="ctr"/>
            <a:endParaRPr lang="zh-CN" altLang="en-US"/>
          </a:p>
        </p:txBody>
      </p:sp>
      <p:sp>
        <p:nvSpPr>
          <p:cNvPr id="26" name="椭圆 25"/>
          <p:cNvSpPr>
            <a:spLocks noChangeAspect="1"/>
          </p:cNvSpPr>
          <p:nvPr>
            <p:custDataLst>
              <p:tags r:id="rId18"/>
            </p:custDataLst>
          </p:nvPr>
        </p:nvSpPr>
        <p:spPr>
          <a:xfrm>
            <a:off x="1451610" y="6114415"/>
            <a:ext cx="107950" cy="107950"/>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p>
        </p:txBody>
      </p:sp>
    </p:spTree>
    <p:custDataLst>
      <p:tags r:id="rId19"/>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炭黑的光学性质</a:t>
            </a:r>
            <a:endParaRPr lang="zh-CN" altLang="en-US"/>
          </a:p>
        </p:txBody>
      </p:sp>
      <p:sp>
        <p:nvSpPr>
          <p:cNvPr id="9" name="平行四边形 8"/>
          <p:cNvSpPr/>
          <p:nvPr>
            <p:custDataLst>
              <p:tags r:id="rId2"/>
            </p:custDataLst>
          </p:nvPr>
        </p:nvSpPr>
        <p:spPr>
          <a:xfrm>
            <a:off x="693912" y="1609647"/>
            <a:ext cx="10798176" cy="1793812"/>
          </a:xfrm>
          <a:prstGeom prst="parallelogram">
            <a:avLst/>
          </a:prstGeom>
          <a:solidFill>
            <a:srgbClr val="EBEEE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71755" rtlCol="0" anchor="ctr">
            <a:noAutofit/>
          </a:bodyPr>
          <a:lstStyle/>
          <a:p>
            <a:pPr indent="0" algn="just" rtl="0" fontAlgn="auto">
              <a:lnSpc>
                <a:spcPct val="130000"/>
              </a:lnSpc>
              <a:spcBef>
                <a:spcPts val="0"/>
              </a:spcBef>
              <a:spcAft>
                <a:spcPts val="0"/>
              </a:spcAft>
            </a:pPr>
            <a:r>
              <a:rPr lang="zh-CN" altLang="zh-CN" sz="1600" kern="1200" dirty="0">
                <a:solidFill>
                  <a:schemeClr val="dk1">
                    <a:lumMod val="85000"/>
                    <a:lumOff val="15000"/>
                  </a:schemeClr>
                </a:solidFill>
                <a:effectLst/>
                <a:latin typeface="+mn-ea"/>
                <a:cs typeface="微软雅黑" charset="-122"/>
              </a:rPr>
              <a:t>炭黑的光学性质用着色强度反应，用黑度、黑度计值、着色强度和色相的表示。着色强度试验是与标准炭黑（</a:t>
            </a:r>
            <a:r>
              <a:rPr lang="en-US" altLang="zh-CN" sz="1600" kern="1200" dirty="0">
                <a:solidFill>
                  <a:schemeClr val="dk1">
                    <a:lumMod val="85000"/>
                    <a:lumOff val="15000"/>
                  </a:schemeClr>
                </a:solidFill>
                <a:effectLst/>
                <a:latin typeface="+mn-ea"/>
                <a:cs typeface="微软雅黑" charset="-122"/>
              </a:rPr>
              <a:t>ITRB</a:t>
            </a:r>
            <a:r>
              <a:rPr lang="zh-CN" altLang="en-US" sz="1600" kern="1200" dirty="0">
                <a:solidFill>
                  <a:schemeClr val="dk1">
                    <a:lumMod val="85000"/>
                    <a:lumOff val="15000"/>
                  </a:schemeClr>
                </a:solidFill>
                <a:effectLst/>
                <a:latin typeface="+mn-ea"/>
                <a:cs typeface="微软雅黑" charset="-122"/>
              </a:rPr>
              <a:t>）比较吸光值（黑度）。轮胎用炭黑的着色强度一般在</a:t>
            </a:r>
            <a:r>
              <a:rPr lang="en-US" altLang="zh-CN" sz="1600" kern="1200" dirty="0">
                <a:solidFill>
                  <a:schemeClr val="dk1">
                    <a:lumMod val="85000"/>
                    <a:lumOff val="15000"/>
                  </a:schemeClr>
                </a:solidFill>
                <a:effectLst/>
                <a:latin typeface="+mn-ea"/>
                <a:cs typeface="微软雅黑" charset="-122"/>
              </a:rPr>
              <a:t>110~130%</a:t>
            </a:r>
            <a:r>
              <a:rPr lang="zh-CN" altLang="en-US" sz="1600" kern="1200" dirty="0">
                <a:solidFill>
                  <a:schemeClr val="dk1">
                    <a:lumMod val="85000"/>
                    <a:lumOff val="15000"/>
                  </a:schemeClr>
                </a:solidFill>
                <a:effectLst/>
                <a:latin typeface="+mn-ea"/>
                <a:cs typeface="微软雅黑" charset="-122"/>
              </a:rPr>
              <a:t>之间。</a:t>
            </a:r>
            <a:endParaRPr lang="zh-CN" altLang="en-US" sz="1600" kern="1200" dirty="0">
              <a:solidFill>
                <a:schemeClr val="dk1">
                  <a:lumMod val="85000"/>
                  <a:lumOff val="15000"/>
                </a:schemeClr>
              </a:solidFill>
              <a:effectLst/>
              <a:latin typeface="+mn-ea"/>
              <a:cs typeface="微软雅黑" charset="-122"/>
            </a:endParaRPr>
          </a:p>
        </p:txBody>
      </p:sp>
      <p:sp>
        <p:nvSpPr>
          <p:cNvPr id="10" name="平行四边形 9"/>
          <p:cNvSpPr/>
          <p:nvPr>
            <p:custDataLst>
              <p:tags r:id="rId3"/>
            </p:custDataLst>
          </p:nvPr>
        </p:nvSpPr>
        <p:spPr>
          <a:xfrm>
            <a:off x="695324" y="3914541"/>
            <a:ext cx="10798176" cy="1793812"/>
          </a:xfrm>
          <a:prstGeom prst="parallelogram">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71755" numCol="1" spcCol="0" rtlCol="0" fromWordArt="0" anchor="ctr" anchorCtr="0" forceAA="0" compatLnSpc="1">
            <a:noAutofit/>
          </a:bodyPr>
          <a:lstStyle/>
          <a:p>
            <a:pPr lvl="0" indent="0" algn="just" fontAlgn="auto">
              <a:lnSpc>
                <a:spcPct val="130000"/>
              </a:lnSpc>
              <a:spcBef>
                <a:spcPts val="0"/>
              </a:spcBef>
              <a:spcAft>
                <a:spcPts val="0"/>
              </a:spcAft>
              <a:buClrTx/>
              <a:buSzTx/>
              <a:buFontTx/>
            </a:pPr>
            <a:r>
              <a:rPr lang="zh-CN" altLang="zh-CN" sz="1600" dirty="0">
                <a:solidFill>
                  <a:srgbClr val="FFFFFF"/>
                </a:solidFill>
                <a:effectLst/>
                <a:latin typeface="+mn-ea"/>
                <a:cs typeface="微软雅黑" charset="-122"/>
                <a:sym typeface="+mn-ea"/>
              </a:rPr>
              <a:t>炭黑的着色强度是炭黑粒径，结构性，表面化学性质，炭黑粒子的分布及在胶料中的分散性能的综合反映。试验证明：炭黑粒径增大，结构提高，着色强度下降；粒子表面氢原子含量增多或羧基含量较高时，着色强度明显增加；炭黑的分散性好，着色强度高。</a:t>
            </a:r>
            <a:endParaRPr lang="zh-CN" altLang="zh-CN" sz="1600" dirty="0">
              <a:solidFill>
                <a:srgbClr val="FFFFFF"/>
              </a:solidFill>
              <a:effectLst/>
              <a:latin typeface="+mn-ea"/>
              <a:cs typeface="微软雅黑" charset="-122"/>
              <a:sym typeface="+mn-ea"/>
            </a:endParaRPr>
          </a:p>
        </p:txBody>
      </p:sp>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695960" y="347980"/>
            <a:ext cx="10801985" cy="6061710"/>
          </a:xfrm>
        </p:spPr>
        <p:txBody>
          <a:bodyPr/>
          <a:p>
            <a:pPr marL="0" algn="l">
              <a:lnSpc>
                <a:spcPct val="100000"/>
              </a:lnSpc>
              <a:buClrTx/>
              <a:buSzTx/>
              <a:buFontTx/>
              <a:buNone/>
            </a:pPr>
            <a:r>
              <a:rPr lang="zh-CN" altLang="en-US" sz="3200" b="1">
                <a:solidFill>
                  <a:schemeClr val="tx1">
                    <a:lumMod val="75000"/>
                    <a:lumOff val="25000"/>
                  </a:schemeClr>
                </a:solidFill>
                <a:latin typeface="+mj-lt"/>
                <a:ea typeface="+mj-ea"/>
                <a:cs typeface="+mj-cs"/>
              </a:rPr>
              <a:t>炭黑的密度</a:t>
            </a:r>
            <a:endParaRPr lang="zh-CN" altLang="en-US" sz="3200" b="1">
              <a:solidFill>
                <a:schemeClr val="tx1">
                  <a:lumMod val="75000"/>
                  <a:lumOff val="25000"/>
                </a:schemeClr>
              </a:solidFill>
              <a:latin typeface="+mj-lt"/>
              <a:ea typeface="+mj-ea"/>
              <a:cs typeface="+mj-cs"/>
            </a:endParaRPr>
          </a:p>
          <a:p>
            <a:endParaRPr lang="zh-CN" altLang="en-US"/>
          </a:p>
          <a:p>
            <a:endParaRPr lang="zh-CN" altLang="en-US"/>
          </a:p>
          <a:p>
            <a:endParaRPr lang="zh-CN" altLang="en-US"/>
          </a:p>
          <a:p>
            <a:r>
              <a:rPr lang="zh-CN" altLang="en-US"/>
              <a:t>炭黑密度</a:t>
            </a:r>
            <a:endParaRPr lang="zh-CN" altLang="en-US"/>
          </a:p>
        </p:txBody>
      </p:sp>
      <p:sp>
        <p:nvSpPr>
          <p:cNvPr id="3" name="左大括号 2"/>
          <p:cNvSpPr/>
          <p:nvPr/>
        </p:nvSpPr>
        <p:spPr>
          <a:xfrm>
            <a:off x="2307590" y="2024380"/>
            <a:ext cx="635635" cy="195834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 name="文本框 3"/>
          <p:cNvSpPr txBox="1"/>
          <p:nvPr/>
        </p:nvSpPr>
        <p:spPr>
          <a:xfrm>
            <a:off x="2969260" y="1882140"/>
            <a:ext cx="998220" cy="368300"/>
          </a:xfrm>
          <a:prstGeom prst="rect">
            <a:avLst/>
          </a:prstGeom>
          <a:noFill/>
        </p:spPr>
        <p:txBody>
          <a:bodyPr wrap="square" rtlCol="0">
            <a:spAutoFit/>
          </a:bodyPr>
          <a:p>
            <a:r>
              <a:rPr lang="zh-CN" altLang="en-US"/>
              <a:t>真密度</a:t>
            </a:r>
            <a:endParaRPr lang="zh-CN" altLang="en-US"/>
          </a:p>
        </p:txBody>
      </p:sp>
      <p:sp>
        <p:nvSpPr>
          <p:cNvPr id="5" name="文本框 4"/>
          <p:cNvSpPr txBox="1"/>
          <p:nvPr/>
        </p:nvSpPr>
        <p:spPr>
          <a:xfrm>
            <a:off x="3034030" y="3815080"/>
            <a:ext cx="2190750" cy="368300"/>
          </a:xfrm>
          <a:prstGeom prst="rect">
            <a:avLst/>
          </a:prstGeom>
          <a:noFill/>
        </p:spPr>
        <p:txBody>
          <a:bodyPr wrap="square" rtlCol="0">
            <a:spAutoFit/>
          </a:bodyPr>
          <a:p>
            <a:r>
              <a:rPr lang="zh-CN" altLang="en-US"/>
              <a:t>视密度（倾注密度）</a:t>
            </a:r>
            <a:endParaRPr lang="zh-CN" altLang="en-US"/>
          </a:p>
        </p:txBody>
      </p:sp>
      <p:cxnSp>
        <p:nvCxnSpPr>
          <p:cNvPr id="9" name="直接连接符 8"/>
          <p:cNvCxnSpPr/>
          <p:nvPr/>
        </p:nvCxnSpPr>
        <p:spPr>
          <a:xfrm>
            <a:off x="3398520" y="2287905"/>
            <a:ext cx="0" cy="731520"/>
          </a:xfrm>
          <a:prstGeom prst="line">
            <a:avLst/>
          </a:prstGeom>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flipV="1">
            <a:off x="3388995" y="3004185"/>
            <a:ext cx="579120" cy="7620"/>
          </a:xfrm>
          <a:prstGeom prst="line">
            <a:avLst/>
          </a:prstGeom>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4030980" y="2823845"/>
            <a:ext cx="1637665" cy="368300"/>
          </a:xfrm>
          <a:prstGeom prst="rect">
            <a:avLst/>
          </a:prstGeom>
          <a:noFill/>
        </p:spPr>
        <p:txBody>
          <a:bodyPr wrap="square" rtlCol="0">
            <a:spAutoFit/>
          </a:bodyPr>
          <a:p>
            <a:r>
              <a:rPr lang="zh-CN" altLang="en-US"/>
              <a:t>影响胶料密度</a:t>
            </a:r>
            <a:endParaRPr lang="zh-CN" altLang="en-US"/>
          </a:p>
        </p:txBody>
      </p:sp>
      <p:sp>
        <p:nvSpPr>
          <p:cNvPr id="13" name="左大括号 12"/>
          <p:cNvSpPr/>
          <p:nvPr/>
        </p:nvSpPr>
        <p:spPr>
          <a:xfrm>
            <a:off x="3967480" y="1517650"/>
            <a:ext cx="274320" cy="10972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文本框 15"/>
          <p:cNvSpPr txBox="1"/>
          <p:nvPr/>
        </p:nvSpPr>
        <p:spPr>
          <a:xfrm>
            <a:off x="4330065" y="1358265"/>
            <a:ext cx="4064000" cy="368300"/>
          </a:xfrm>
          <a:prstGeom prst="rect">
            <a:avLst/>
          </a:prstGeom>
          <a:noFill/>
        </p:spPr>
        <p:txBody>
          <a:bodyPr wrap="square" rtlCol="0">
            <a:spAutoFit/>
          </a:bodyPr>
          <a:p>
            <a:r>
              <a:rPr lang="en-US" altLang="zh-CN"/>
              <a:t>X</a:t>
            </a:r>
            <a:r>
              <a:rPr lang="zh-CN" altLang="en-US"/>
              <a:t>射线衍射法：</a:t>
            </a:r>
            <a:r>
              <a:rPr lang="en-US" altLang="zh-CN"/>
              <a:t>2.04~2.11g/cm</a:t>
            </a:r>
            <a:r>
              <a:rPr lang="en-US" altLang="zh-CN" baseline="30000"/>
              <a:t>3</a:t>
            </a:r>
            <a:endParaRPr lang="en-US" altLang="zh-CN" baseline="30000"/>
          </a:p>
        </p:txBody>
      </p:sp>
      <p:sp>
        <p:nvSpPr>
          <p:cNvPr id="17" name="文本框 16"/>
          <p:cNvSpPr txBox="1"/>
          <p:nvPr/>
        </p:nvSpPr>
        <p:spPr>
          <a:xfrm>
            <a:off x="4330065" y="2455545"/>
            <a:ext cx="3946525" cy="368300"/>
          </a:xfrm>
          <a:prstGeom prst="rect">
            <a:avLst/>
          </a:prstGeom>
          <a:noFill/>
        </p:spPr>
        <p:txBody>
          <a:bodyPr wrap="square" rtlCol="0">
            <a:spAutoFit/>
          </a:bodyPr>
          <a:p>
            <a:r>
              <a:rPr lang="zh-CN" altLang="en-US"/>
              <a:t>混炼法：</a:t>
            </a:r>
            <a:r>
              <a:rPr lang="en-US" altLang="zh-CN"/>
              <a:t>1.80~1.86g/cm</a:t>
            </a:r>
            <a:r>
              <a:rPr lang="en-US" altLang="zh-CN" baseline="30000"/>
              <a:t>3</a:t>
            </a:r>
            <a:endParaRPr lang="en-US" altLang="zh-CN" baseline="30000"/>
          </a:p>
        </p:txBody>
      </p:sp>
      <p:sp>
        <p:nvSpPr>
          <p:cNvPr id="18" name="左大括号 17"/>
          <p:cNvSpPr/>
          <p:nvPr/>
        </p:nvSpPr>
        <p:spPr>
          <a:xfrm>
            <a:off x="5224780" y="3469640"/>
            <a:ext cx="320040" cy="10591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文本框 18"/>
          <p:cNvSpPr txBox="1"/>
          <p:nvPr/>
        </p:nvSpPr>
        <p:spPr>
          <a:xfrm>
            <a:off x="5668645" y="3316605"/>
            <a:ext cx="5063490" cy="368300"/>
          </a:xfrm>
          <a:prstGeom prst="rect">
            <a:avLst/>
          </a:prstGeom>
          <a:noFill/>
        </p:spPr>
        <p:txBody>
          <a:bodyPr wrap="square" rtlCol="0">
            <a:spAutoFit/>
          </a:bodyPr>
          <a:p>
            <a:r>
              <a:rPr lang="zh-CN" altLang="en-US"/>
              <a:t>粉状：</a:t>
            </a:r>
            <a:r>
              <a:rPr lang="en-US" altLang="zh-CN"/>
              <a:t>0.03~0.048g/cm</a:t>
            </a:r>
            <a:r>
              <a:rPr lang="en-US" altLang="zh-CN" baseline="30000"/>
              <a:t>3</a:t>
            </a:r>
            <a:endParaRPr lang="en-US" altLang="zh-CN" baseline="30000"/>
          </a:p>
        </p:txBody>
      </p:sp>
      <p:sp>
        <p:nvSpPr>
          <p:cNvPr id="20" name="文本框 19"/>
          <p:cNvSpPr txBox="1"/>
          <p:nvPr/>
        </p:nvSpPr>
        <p:spPr>
          <a:xfrm>
            <a:off x="5668645" y="4307205"/>
            <a:ext cx="3124200" cy="368300"/>
          </a:xfrm>
          <a:prstGeom prst="rect">
            <a:avLst/>
          </a:prstGeom>
          <a:noFill/>
        </p:spPr>
        <p:txBody>
          <a:bodyPr wrap="square" rtlCol="0">
            <a:spAutoFit/>
          </a:bodyPr>
          <a:p>
            <a:r>
              <a:rPr lang="zh-CN" altLang="en-US"/>
              <a:t>造粒：</a:t>
            </a:r>
            <a:r>
              <a:rPr lang="en-US" altLang="zh-CN"/>
              <a:t>0.3~0.5g/cm</a:t>
            </a:r>
            <a:r>
              <a:rPr lang="en-US" altLang="zh-CN" baseline="30000"/>
              <a:t>3</a:t>
            </a:r>
            <a:endParaRPr lang="en-US" altLang="zh-CN" baseline="30000"/>
          </a:p>
        </p:txBody>
      </p:sp>
      <p:cxnSp>
        <p:nvCxnSpPr>
          <p:cNvPr id="22" name="直接连接符 21"/>
          <p:cNvCxnSpPr/>
          <p:nvPr/>
        </p:nvCxnSpPr>
        <p:spPr>
          <a:xfrm>
            <a:off x="3525520" y="4327525"/>
            <a:ext cx="0" cy="731520"/>
          </a:xfrm>
          <a:prstGeom prst="line">
            <a:avLst/>
          </a:prstGeom>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V="1">
            <a:off x="3515995" y="5043805"/>
            <a:ext cx="579120" cy="7620"/>
          </a:xfrm>
          <a:prstGeom prst="line">
            <a:avLst/>
          </a:prstGeom>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4214495" y="4863465"/>
            <a:ext cx="3093720" cy="368300"/>
          </a:xfrm>
          <a:prstGeom prst="rect">
            <a:avLst/>
          </a:prstGeom>
          <a:noFill/>
        </p:spPr>
        <p:txBody>
          <a:bodyPr wrap="square" rtlCol="0">
            <a:spAutoFit/>
          </a:bodyPr>
          <a:p>
            <a:r>
              <a:rPr lang="zh-CN" altLang="en-US"/>
              <a:t>影响堆放体积及吃料速度</a:t>
            </a:r>
            <a:endParaRPr lang="zh-CN" altLang="en-US"/>
          </a:p>
        </p:txBody>
      </p:sp>
      <p:sp>
        <p:nvSpPr>
          <p:cNvPr id="25" name="文本框 24"/>
          <p:cNvSpPr txBox="1"/>
          <p:nvPr/>
        </p:nvSpPr>
        <p:spPr>
          <a:xfrm>
            <a:off x="3185795" y="5488305"/>
            <a:ext cx="4480560" cy="368300"/>
          </a:xfrm>
          <a:prstGeom prst="rect">
            <a:avLst/>
          </a:prstGeom>
          <a:noFill/>
        </p:spPr>
        <p:txBody>
          <a:bodyPr wrap="square" rtlCol="0">
            <a:spAutoFit/>
          </a:bodyPr>
          <a:p>
            <a:r>
              <a:rPr lang="zh-CN" altLang="en-US"/>
              <a:t>粒径小、结构高的炭黑倾注密度小。</a:t>
            </a:r>
            <a:endParaRPr lang="zh-CN" altLang="en-US"/>
          </a:p>
        </p:txBody>
      </p:sp>
      <p:sp>
        <p:nvSpPr>
          <p:cNvPr id="26" name="文本框 25"/>
          <p:cNvSpPr txBox="1"/>
          <p:nvPr/>
        </p:nvSpPr>
        <p:spPr>
          <a:xfrm>
            <a:off x="3185795" y="5953125"/>
            <a:ext cx="6354445" cy="368300"/>
          </a:xfrm>
          <a:prstGeom prst="rect">
            <a:avLst/>
          </a:prstGeom>
          <a:noFill/>
        </p:spPr>
        <p:txBody>
          <a:bodyPr wrap="square" rtlCol="0">
            <a:spAutoFit/>
          </a:bodyPr>
          <a:p>
            <a:r>
              <a:rPr lang="zh-CN" altLang="en-US"/>
              <a:t>真密度取决于炭黑微晶，还与炭黑中离子（灰分）含量有关。</a:t>
            </a:r>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炭黑细粉含量</a:t>
            </a:r>
            <a:endParaRPr lang="zh-CN" altLang="en-US"/>
          </a:p>
        </p:txBody>
      </p:sp>
      <p:sp>
        <p:nvSpPr>
          <p:cNvPr id="9" name="圆角矩形 14"/>
          <p:cNvSpPr/>
          <p:nvPr>
            <p:custDataLst>
              <p:tags r:id="rId2"/>
            </p:custDataLst>
          </p:nvPr>
        </p:nvSpPr>
        <p:spPr>
          <a:xfrm>
            <a:off x="696595" y="1503680"/>
            <a:ext cx="10782300" cy="1083310"/>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144145" tIns="0" rIns="144145" bIns="0" rtlCol="0" anchor="ctr"/>
          <a:lstStyle/>
          <a:p>
            <a:pPr indent="0" algn="l" fontAlgn="auto">
              <a:lnSpc>
                <a:spcPct val="130000"/>
              </a:lnSpc>
            </a:pPr>
            <a:r>
              <a:rPr lang="zh-CN" altLang="en-US" sz="1600" kern="0" dirty="0">
                <a:ln>
                  <a:noFill/>
                  <a:prstDash val="sysDot"/>
                </a:ln>
                <a:solidFill>
                  <a:schemeClr val="tx1">
                    <a:lumMod val="85000"/>
                    <a:lumOff val="15000"/>
                  </a:schemeClr>
                </a:solidFill>
                <a:uFillTx/>
                <a:latin typeface="+mn-ea"/>
                <a:sym typeface="+mn-ea"/>
              </a:rPr>
              <a:t>炭黑粉状物含量是一项重要指标，应引起重视。但人们只重视炭黑入库时粉状物含量的测试，却往往忽视炭黑在输送称量投料过程中粉状物含量的变化。</a:t>
            </a:r>
            <a:endParaRPr lang="zh-CN" altLang="en-US" sz="1600" kern="0" dirty="0">
              <a:ln>
                <a:noFill/>
                <a:prstDash val="sysDot"/>
              </a:ln>
              <a:solidFill>
                <a:schemeClr val="tx1">
                  <a:lumMod val="85000"/>
                  <a:lumOff val="15000"/>
                </a:schemeClr>
              </a:solidFill>
              <a:uFillTx/>
              <a:latin typeface="+mn-ea"/>
              <a:sym typeface="+mn-ea"/>
            </a:endParaRPr>
          </a:p>
        </p:txBody>
      </p:sp>
      <p:sp>
        <p:nvSpPr>
          <p:cNvPr id="10" name="圆角矩形 9"/>
          <p:cNvSpPr/>
          <p:nvPr>
            <p:custDataLst>
              <p:tags r:id="rId3"/>
            </p:custDataLst>
          </p:nvPr>
        </p:nvSpPr>
        <p:spPr>
          <a:xfrm>
            <a:off x="927100" y="1443990"/>
            <a:ext cx="706755" cy="87630"/>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圆角矩形 14"/>
          <p:cNvSpPr/>
          <p:nvPr>
            <p:custDataLst>
              <p:tags r:id="rId4"/>
            </p:custDataLst>
          </p:nvPr>
        </p:nvSpPr>
        <p:spPr>
          <a:xfrm>
            <a:off x="695960" y="3096895"/>
            <a:ext cx="10782300" cy="1083310"/>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lstStyle/>
          <a:p>
            <a:pPr lvl="0" algn="l">
              <a:lnSpc>
                <a:spcPct val="130000"/>
              </a:lnSpc>
              <a:buClrTx/>
              <a:buSzTx/>
              <a:buFontTx/>
            </a:pPr>
            <a:r>
              <a:rPr lang="zh-CN" altLang="en-US" sz="1600" kern="0" dirty="0">
                <a:ln>
                  <a:noFill/>
                  <a:prstDash val="sysDot"/>
                </a:ln>
                <a:solidFill>
                  <a:schemeClr val="tx1">
                    <a:lumMod val="85000"/>
                    <a:lumOff val="15000"/>
                  </a:schemeClr>
                </a:solidFill>
                <a:uFillTx/>
                <a:latin typeface="+mn-ea"/>
                <a:sym typeface="+mn-ea"/>
              </a:rPr>
              <a:t>炭黑粉末无含量过高，不仅会造成</a:t>
            </a:r>
            <a:r>
              <a:rPr lang="en-US" altLang="zh-CN" sz="1600" kern="0" dirty="0">
                <a:ln>
                  <a:noFill/>
                  <a:prstDash val="sysDot"/>
                </a:ln>
                <a:solidFill>
                  <a:schemeClr val="tx1">
                    <a:lumMod val="85000"/>
                    <a:lumOff val="15000"/>
                  </a:schemeClr>
                </a:solidFill>
                <a:uFillTx/>
                <a:latin typeface="+mn-ea"/>
                <a:sym typeface="+mn-ea"/>
              </a:rPr>
              <a:t>“</a:t>
            </a:r>
            <a:r>
              <a:rPr lang="zh-CN" altLang="en-US" sz="1600" kern="0" dirty="0">
                <a:ln>
                  <a:noFill/>
                  <a:prstDash val="sysDot"/>
                </a:ln>
                <a:solidFill>
                  <a:schemeClr val="tx1">
                    <a:lumMod val="85000"/>
                    <a:lumOff val="15000"/>
                  </a:schemeClr>
                </a:solidFill>
                <a:uFillTx/>
                <a:latin typeface="+mn-ea"/>
                <a:sym typeface="+mn-ea"/>
              </a:rPr>
              <a:t>飞扬</a:t>
            </a:r>
            <a:r>
              <a:rPr lang="en-US" altLang="zh-CN" sz="1600" kern="0" dirty="0">
                <a:ln>
                  <a:noFill/>
                  <a:prstDash val="sysDot"/>
                </a:ln>
                <a:solidFill>
                  <a:schemeClr val="tx1">
                    <a:lumMod val="85000"/>
                    <a:lumOff val="15000"/>
                  </a:schemeClr>
                </a:solidFill>
                <a:uFillTx/>
                <a:latin typeface="+mn-ea"/>
                <a:sym typeface="+mn-ea"/>
              </a:rPr>
              <a:t>”</a:t>
            </a:r>
            <a:r>
              <a:rPr lang="zh-CN" altLang="en-US" sz="1600" kern="0" dirty="0">
                <a:ln>
                  <a:noFill/>
                  <a:prstDash val="sysDot"/>
                </a:ln>
                <a:solidFill>
                  <a:schemeClr val="tx1">
                    <a:lumMod val="85000"/>
                    <a:lumOff val="15000"/>
                  </a:schemeClr>
                </a:solidFill>
                <a:uFillTx/>
                <a:latin typeface="+mn-ea"/>
                <a:sym typeface="+mn-ea"/>
              </a:rPr>
              <a:t>，污染环境，降低炭黑使用量，且已在输送、称量、投料过程中堵塞管道，料斗起拱，称量不准，更重要的是微细粉末不是在剪切作用下，被橡胶包容均匀分散，而是形成许多</a:t>
            </a:r>
            <a:r>
              <a:rPr lang="en-US" altLang="zh-CN" sz="1600" kern="0" dirty="0">
                <a:ln>
                  <a:noFill/>
                  <a:prstDash val="sysDot"/>
                </a:ln>
                <a:solidFill>
                  <a:schemeClr val="tx1">
                    <a:lumMod val="85000"/>
                    <a:lumOff val="15000"/>
                  </a:schemeClr>
                </a:solidFill>
                <a:uFillTx/>
                <a:latin typeface="+mn-ea"/>
                <a:sym typeface="+mn-ea"/>
              </a:rPr>
              <a:t>“</a:t>
            </a:r>
            <a:r>
              <a:rPr lang="zh-CN" altLang="en-US" sz="1600" kern="0" dirty="0">
                <a:ln>
                  <a:noFill/>
                  <a:prstDash val="sysDot"/>
                </a:ln>
                <a:solidFill>
                  <a:schemeClr val="tx1">
                    <a:lumMod val="85000"/>
                    <a:lumOff val="15000"/>
                  </a:schemeClr>
                </a:solidFill>
                <a:uFillTx/>
                <a:latin typeface="+mn-ea"/>
                <a:sym typeface="+mn-ea"/>
              </a:rPr>
              <a:t>炭黑包</a:t>
            </a:r>
            <a:r>
              <a:rPr lang="en-US" altLang="zh-CN" sz="1600" kern="0" dirty="0">
                <a:ln>
                  <a:noFill/>
                  <a:prstDash val="sysDot"/>
                </a:ln>
                <a:solidFill>
                  <a:schemeClr val="tx1">
                    <a:lumMod val="85000"/>
                    <a:lumOff val="15000"/>
                  </a:schemeClr>
                </a:solidFill>
                <a:uFillTx/>
                <a:latin typeface="+mn-ea"/>
                <a:sym typeface="+mn-ea"/>
              </a:rPr>
              <a:t>”</a:t>
            </a:r>
            <a:r>
              <a:rPr lang="zh-CN" altLang="en-US" sz="1600" kern="0" dirty="0">
                <a:ln>
                  <a:noFill/>
                  <a:prstDash val="sysDot"/>
                </a:ln>
                <a:solidFill>
                  <a:schemeClr val="tx1">
                    <a:lumMod val="85000"/>
                    <a:lumOff val="15000"/>
                  </a:schemeClr>
                </a:solidFill>
                <a:uFillTx/>
                <a:latin typeface="+mn-ea"/>
                <a:sym typeface="+mn-ea"/>
              </a:rPr>
              <a:t>知识分散不均，导致胶料性能下降</a:t>
            </a:r>
            <a:endParaRPr lang="zh-CN" altLang="en-US" sz="1600" kern="0" dirty="0">
              <a:ln>
                <a:noFill/>
                <a:prstDash val="sysDot"/>
              </a:ln>
              <a:solidFill>
                <a:schemeClr val="tx1">
                  <a:lumMod val="85000"/>
                  <a:lumOff val="15000"/>
                </a:schemeClr>
              </a:solidFill>
              <a:uFillTx/>
              <a:latin typeface="+mn-ea"/>
              <a:sym typeface="+mn-ea"/>
            </a:endParaRPr>
          </a:p>
        </p:txBody>
      </p:sp>
      <p:sp>
        <p:nvSpPr>
          <p:cNvPr id="11" name="圆角矩形 10"/>
          <p:cNvSpPr/>
          <p:nvPr>
            <p:custDataLst>
              <p:tags r:id="rId5"/>
            </p:custDataLst>
          </p:nvPr>
        </p:nvSpPr>
        <p:spPr>
          <a:xfrm>
            <a:off x="927100" y="3010535"/>
            <a:ext cx="706755" cy="87630"/>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圆角矩形 14"/>
          <p:cNvSpPr/>
          <p:nvPr>
            <p:custDataLst>
              <p:tags r:id="rId6"/>
            </p:custDataLst>
          </p:nvPr>
        </p:nvSpPr>
        <p:spPr>
          <a:xfrm>
            <a:off x="695960" y="4690110"/>
            <a:ext cx="10782300" cy="1083310"/>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lstStyle/>
          <a:p>
            <a:pPr lvl="0" algn="l">
              <a:lnSpc>
                <a:spcPct val="130000"/>
              </a:lnSpc>
              <a:buClrTx/>
              <a:buSzTx/>
              <a:buFontTx/>
            </a:pPr>
            <a:r>
              <a:rPr lang="zh-CN" altLang="en-US" sz="1600" kern="0" dirty="0">
                <a:ln>
                  <a:noFill/>
                  <a:prstDash val="sysDot"/>
                </a:ln>
                <a:solidFill>
                  <a:schemeClr val="tx1">
                    <a:lumMod val="85000"/>
                    <a:lumOff val="15000"/>
                  </a:schemeClr>
                </a:solidFill>
                <a:uFillTx/>
                <a:latin typeface="+mn-ea"/>
                <a:sym typeface="+mn-ea"/>
              </a:rPr>
              <a:t>细粉含量与炭黑造粒技术有关。</a:t>
            </a:r>
            <a:endParaRPr lang="zh-CN" altLang="en-US" sz="1600" kern="0" dirty="0">
              <a:ln>
                <a:noFill/>
                <a:prstDash val="sysDot"/>
              </a:ln>
              <a:solidFill>
                <a:schemeClr val="tx1">
                  <a:lumMod val="85000"/>
                  <a:lumOff val="15000"/>
                </a:schemeClr>
              </a:solidFill>
              <a:uFillTx/>
              <a:latin typeface="+mn-ea"/>
              <a:sym typeface="+mn-ea"/>
            </a:endParaRPr>
          </a:p>
        </p:txBody>
      </p:sp>
      <p:sp>
        <p:nvSpPr>
          <p:cNvPr id="12" name="圆角矩形 11"/>
          <p:cNvSpPr/>
          <p:nvPr>
            <p:custDataLst>
              <p:tags r:id="rId7"/>
            </p:custDataLst>
          </p:nvPr>
        </p:nvSpPr>
        <p:spPr>
          <a:xfrm>
            <a:off x="927100" y="4602480"/>
            <a:ext cx="706755" cy="87630"/>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8"/>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筛余物含量</a:t>
            </a:r>
            <a:endParaRPr lang="zh-CN" altLang="en-US"/>
          </a:p>
        </p:txBody>
      </p:sp>
      <p:pic>
        <p:nvPicPr>
          <p:cNvPr id="3" name="图片 2"/>
          <p:cNvPicPr/>
          <p:nvPr/>
        </p:nvPicPr>
        <p:blipFill>
          <a:blip r:embed="rId2"/>
          <a:stretch>
            <a:fillRect/>
          </a:stretch>
        </p:blipFill>
        <p:spPr>
          <a:xfrm>
            <a:off x="9025890" y="3879215"/>
            <a:ext cx="2160000" cy="2160000"/>
          </a:xfrm>
          <a:prstGeom prst="rect">
            <a:avLst/>
          </a:prstGeom>
        </p:spPr>
      </p:pic>
      <p:pic>
        <p:nvPicPr>
          <p:cNvPr id="7" name="图片 6"/>
          <p:cNvPicPr/>
          <p:nvPr/>
        </p:nvPicPr>
        <p:blipFill>
          <a:blip r:embed="rId3"/>
          <a:stretch>
            <a:fillRect/>
          </a:stretch>
        </p:blipFill>
        <p:spPr>
          <a:xfrm>
            <a:off x="5255260" y="3879215"/>
            <a:ext cx="2160000" cy="2160000"/>
          </a:xfrm>
          <a:prstGeom prst="rect">
            <a:avLst/>
          </a:prstGeom>
        </p:spPr>
      </p:pic>
      <p:pic>
        <p:nvPicPr>
          <p:cNvPr id="8" name="图片 7"/>
          <p:cNvPicPr/>
          <p:nvPr/>
        </p:nvPicPr>
        <p:blipFill>
          <a:blip r:embed="rId4"/>
          <a:stretch>
            <a:fillRect/>
          </a:stretch>
        </p:blipFill>
        <p:spPr>
          <a:xfrm>
            <a:off x="1484630" y="3879215"/>
            <a:ext cx="2160000" cy="2160000"/>
          </a:xfrm>
          <a:prstGeom prst="rect">
            <a:avLst/>
          </a:prstGeom>
        </p:spPr>
      </p:pic>
      <p:sp>
        <p:nvSpPr>
          <p:cNvPr id="10" name="文本框 9"/>
          <p:cNvSpPr txBox="1"/>
          <p:nvPr/>
        </p:nvSpPr>
        <p:spPr>
          <a:xfrm>
            <a:off x="906780" y="1411605"/>
            <a:ext cx="10353675" cy="922020"/>
          </a:xfrm>
          <a:prstGeom prst="rect">
            <a:avLst/>
          </a:prstGeom>
          <a:noFill/>
        </p:spPr>
        <p:txBody>
          <a:bodyPr wrap="square" rtlCol="0">
            <a:spAutoFit/>
          </a:bodyPr>
          <a:p>
            <a:r>
              <a:rPr lang="zh-CN" altLang="en-US"/>
              <a:t>筛余物是指不能通过一定孔径筛网的硬粒杂质的含量（</a:t>
            </a:r>
            <a:r>
              <a:rPr lang="en-US" altLang="zh-CN"/>
              <a:t>G.B)</a:t>
            </a:r>
            <a:r>
              <a:rPr lang="zh-CN" altLang="en-US"/>
              <a:t>，多为结焦的硬碳、铁屑、炉料碎屑及包装运输时混入的杂质。不能通过</a:t>
            </a:r>
            <a:r>
              <a:rPr lang="en-US" altLang="zh-CN"/>
              <a:t>20</a:t>
            </a:r>
            <a:r>
              <a:rPr lang="zh-CN" altLang="en-US"/>
              <a:t>目筛的筛余物成为杂质；不能通过</a:t>
            </a:r>
            <a:r>
              <a:rPr lang="en-US" altLang="zh-CN"/>
              <a:t>100</a:t>
            </a:r>
            <a:r>
              <a:rPr lang="zh-CN" altLang="en-US"/>
              <a:t>目筛（相当于</a:t>
            </a:r>
            <a:r>
              <a:rPr lang="en-US" altLang="zh-CN"/>
              <a:t>150μm</a:t>
            </a:r>
            <a:r>
              <a:rPr lang="zh-CN" altLang="en-US"/>
              <a:t>）称</a:t>
            </a:r>
            <a:r>
              <a:rPr lang="en-US" altLang="zh-CN"/>
              <a:t>100</a:t>
            </a:r>
            <a:r>
              <a:rPr lang="zh-CN" altLang="en-US"/>
              <a:t>目筛余物。</a:t>
            </a:r>
            <a:endParaRPr lang="zh-CN" altLang="en-US"/>
          </a:p>
        </p:txBody>
      </p:sp>
      <p:sp>
        <p:nvSpPr>
          <p:cNvPr id="11" name="文本框 10"/>
          <p:cNvSpPr txBox="1"/>
          <p:nvPr/>
        </p:nvSpPr>
        <p:spPr>
          <a:xfrm>
            <a:off x="967740" y="2707005"/>
            <a:ext cx="10293350" cy="645160"/>
          </a:xfrm>
          <a:prstGeom prst="rect">
            <a:avLst/>
          </a:prstGeom>
          <a:noFill/>
        </p:spPr>
        <p:txBody>
          <a:bodyPr wrap="square" rtlCol="0">
            <a:spAutoFit/>
          </a:bodyPr>
          <a:p>
            <a:r>
              <a:rPr lang="zh-CN" altLang="en-US"/>
              <a:t>筛余物含量过大，会降低硫化胶的拉伸轻度、耐疲劳性、伸长率，并导致挤出半成品表面不光滑，用</a:t>
            </a:r>
            <a:r>
              <a:rPr lang="en-US" altLang="zh-CN"/>
              <a:t>45μm</a:t>
            </a:r>
            <a:r>
              <a:rPr lang="zh-CN" altLang="en-US"/>
              <a:t>筛余物一般控制在</a:t>
            </a:r>
            <a:r>
              <a:rPr lang="en-US" altLang="zh-CN"/>
              <a:t>≤0.3%</a:t>
            </a:r>
            <a:endParaRPr lang="en-US" altLang="zh-CN"/>
          </a:p>
        </p:txBody>
      </p:sp>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粒子强度</a:t>
            </a:r>
            <a:endParaRPr lang="zh-CN" altLang="en-US"/>
          </a:p>
        </p:txBody>
      </p:sp>
      <p:sp>
        <p:nvSpPr>
          <p:cNvPr id="9" name="圆角矩形 14"/>
          <p:cNvSpPr/>
          <p:nvPr>
            <p:custDataLst>
              <p:tags r:id="rId2"/>
            </p:custDataLst>
          </p:nvPr>
        </p:nvSpPr>
        <p:spPr>
          <a:xfrm>
            <a:off x="696595" y="1503680"/>
            <a:ext cx="10782300" cy="1083310"/>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144145" tIns="0" rIns="144145" bIns="0" rtlCol="0" anchor="ctr"/>
          <a:lstStyle/>
          <a:p>
            <a:pPr indent="0" algn="l" fontAlgn="auto">
              <a:lnSpc>
                <a:spcPct val="130000"/>
              </a:lnSpc>
            </a:pPr>
            <a:r>
              <a:rPr lang="zh-CN" altLang="en-US" sz="1600" kern="0" dirty="0">
                <a:ln>
                  <a:noFill/>
                  <a:prstDash val="sysDot"/>
                </a:ln>
                <a:solidFill>
                  <a:schemeClr val="tx1">
                    <a:lumMod val="85000"/>
                    <a:lumOff val="15000"/>
                  </a:schemeClr>
                </a:solidFill>
                <a:uFillTx/>
                <a:latin typeface="+mn-ea"/>
                <a:sym typeface="+mn-ea"/>
              </a:rPr>
              <a:t>分为粒子堆积强度和单个粒子破碎强度。</a:t>
            </a:r>
            <a:endParaRPr lang="zh-CN" altLang="en-US" sz="1600" kern="0" dirty="0">
              <a:ln>
                <a:noFill/>
                <a:prstDash val="sysDot"/>
              </a:ln>
              <a:solidFill>
                <a:schemeClr val="tx1">
                  <a:lumMod val="85000"/>
                  <a:lumOff val="15000"/>
                </a:schemeClr>
              </a:solidFill>
              <a:uFillTx/>
              <a:latin typeface="+mn-ea"/>
              <a:sym typeface="+mn-ea"/>
            </a:endParaRPr>
          </a:p>
        </p:txBody>
      </p:sp>
      <p:sp>
        <p:nvSpPr>
          <p:cNvPr id="10" name="圆角矩形 9"/>
          <p:cNvSpPr/>
          <p:nvPr>
            <p:custDataLst>
              <p:tags r:id="rId3"/>
            </p:custDataLst>
          </p:nvPr>
        </p:nvSpPr>
        <p:spPr>
          <a:xfrm>
            <a:off x="927100" y="1443990"/>
            <a:ext cx="706755" cy="87630"/>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圆角矩形 14"/>
          <p:cNvSpPr/>
          <p:nvPr>
            <p:custDataLst>
              <p:tags r:id="rId4"/>
            </p:custDataLst>
          </p:nvPr>
        </p:nvSpPr>
        <p:spPr>
          <a:xfrm>
            <a:off x="696595" y="2778760"/>
            <a:ext cx="10782300" cy="1083310"/>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lstStyle/>
          <a:p>
            <a:pPr lvl="0" algn="l">
              <a:lnSpc>
                <a:spcPct val="130000"/>
              </a:lnSpc>
              <a:buClrTx/>
              <a:buSzTx/>
              <a:buFontTx/>
            </a:pPr>
            <a:r>
              <a:rPr lang="zh-CN" altLang="en-US" sz="1600" kern="0" dirty="0">
                <a:ln>
                  <a:noFill/>
                  <a:prstDash val="sysDot"/>
                </a:ln>
                <a:solidFill>
                  <a:schemeClr val="tx1">
                    <a:lumMod val="85000"/>
                    <a:lumOff val="15000"/>
                  </a:schemeClr>
                </a:solidFill>
                <a:uFillTx/>
                <a:latin typeface="+mn-ea"/>
                <a:sym typeface="+mn-ea"/>
              </a:rPr>
              <a:t>粒子堆积强度：使炭黑粒子刚好密集结成块时，所需要的最小压力，范围</a:t>
            </a:r>
            <a:r>
              <a:rPr lang="en-US" altLang="zh-CN" sz="1600" kern="0" dirty="0">
                <a:ln>
                  <a:noFill/>
                  <a:prstDash val="sysDot"/>
                </a:ln>
                <a:solidFill>
                  <a:schemeClr val="tx1">
                    <a:lumMod val="85000"/>
                    <a:lumOff val="15000"/>
                  </a:schemeClr>
                </a:solidFill>
                <a:uFillTx/>
                <a:latin typeface="+mn-ea"/>
                <a:sym typeface="+mn-ea"/>
              </a:rPr>
              <a:t>40~70N</a:t>
            </a:r>
            <a:r>
              <a:rPr lang="zh-CN" altLang="en-US" sz="1600" kern="0" dirty="0">
                <a:ln>
                  <a:noFill/>
                  <a:prstDash val="sysDot"/>
                </a:ln>
                <a:solidFill>
                  <a:schemeClr val="tx1">
                    <a:lumMod val="85000"/>
                    <a:lumOff val="15000"/>
                  </a:schemeClr>
                </a:solidFill>
                <a:uFillTx/>
                <a:latin typeface="+mn-ea"/>
                <a:sym typeface="+mn-ea"/>
              </a:rPr>
              <a:t>。</a:t>
            </a:r>
            <a:endParaRPr lang="zh-CN" altLang="en-US" sz="1600" kern="0" dirty="0">
              <a:ln>
                <a:noFill/>
                <a:prstDash val="sysDot"/>
              </a:ln>
              <a:solidFill>
                <a:schemeClr val="tx1">
                  <a:lumMod val="85000"/>
                  <a:lumOff val="15000"/>
                </a:schemeClr>
              </a:solidFill>
              <a:uFillTx/>
              <a:latin typeface="+mn-ea"/>
              <a:sym typeface="+mn-ea"/>
            </a:endParaRPr>
          </a:p>
        </p:txBody>
      </p:sp>
      <p:sp>
        <p:nvSpPr>
          <p:cNvPr id="11" name="圆角矩形 10"/>
          <p:cNvSpPr/>
          <p:nvPr>
            <p:custDataLst>
              <p:tags r:id="rId5"/>
            </p:custDataLst>
          </p:nvPr>
        </p:nvSpPr>
        <p:spPr>
          <a:xfrm>
            <a:off x="927100" y="2709545"/>
            <a:ext cx="706755" cy="87630"/>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圆角矩形 14"/>
          <p:cNvSpPr/>
          <p:nvPr>
            <p:custDataLst>
              <p:tags r:id="rId6"/>
            </p:custDataLst>
          </p:nvPr>
        </p:nvSpPr>
        <p:spPr>
          <a:xfrm>
            <a:off x="696595" y="4042410"/>
            <a:ext cx="10782300" cy="1083310"/>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lstStyle/>
          <a:p>
            <a:pPr lvl="0" algn="l">
              <a:lnSpc>
                <a:spcPct val="130000"/>
              </a:lnSpc>
              <a:buClrTx/>
              <a:buSzTx/>
              <a:buFontTx/>
            </a:pPr>
            <a:r>
              <a:rPr lang="zh-CN" altLang="en-US" sz="1600" kern="0" dirty="0">
                <a:ln>
                  <a:noFill/>
                  <a:prstDash val="sysDot"/>
                </a:ln>
                <a:solidFill>
                  <a:schemeClr val="tx1">
                    <a:lumMod val="85000"/>
                    <a:lumOff val="15000"/>
                  </a:schemeClr>
                </a:solidFill>
                <a:uFillTx/>
                <a:latin typeface="+mn-ea"/>
                <a:sym typeface="+mn-ea"/>
              </a:rPr>
              <a:t>单个粒子强度：取</a:t>
            </a:r>
            <a:r>
              <a:rPr lang="en-US" altLang="zh-CN" sz="1600" kern="0" dirty="0">
                <a:ln>
                  <a:noFill/>
                  <a:prstDash val="sysDot"/>
                </a:ln>
                <a:solidFill>
                  <a:schemeClr val="tx1">
                    <a:lumMod val="85000"/>
                    <a:lumOff val="15000"/>
                  </a:schemeClr>
                </a:solidFill>
                <a:uFillTx/>
                <a:latin typeface="+mn-ea"/>
                <a:sym typeface="+mn-ea"/>
              </a:rPr>
              <a:t>20</a:t>
            </a:r>
            <a:r>
              <a:rPr lang="zh-CN" altLang="en-US" sz="1600" kern="0" dirty="0">
                <a:ln>
                  <a:noFill/>
                  <a:prstDash val="sysDot"/>
                </a:ln>
                <a:solidFill>
                  <a:schemeClr val="tx1">
                    <a:lumMod val="85000"/>
                    <a:lumOff val="15000"/>
                  </a:schemeClr>
                </a:solidFill>
                <a:uFillTx/>
                <a:latin typeface="+mn-ea"/>
                <a:sym typeface="+mn-ea"/>
              </a:rPr>
              <a:t>粒炭黑粒子，将单个粒子压碎所需的力，结果用平均力、最大力、最小力表示。平均压碎强度在</a:t>
            </a:r>
            <a:r>
              <a:rPr lang="en-US" altLang="zh-CN" sz="1600" kern="0" dirty="0">
                <a:ln>
                  <a:noFill/>
                  <a:prstDash val="sysDot"/>
                </a:ln>
                <a:solidFill>
                  <a:schemeClr val="tx1">
                    <a:lumMod val="85000"/>
                    <a:lumOff val="15000"/>
                  </a:schemeClr>
                </a:solidFill>
                <a:uFillTx/>
                <a:latin typeface="+mn-ea"/>
                <a:sym typeface="+mn-ea"/>
              </a:rPr>
              <a:t>10~50mN</a:t>
            </a:r>
            <a:r>
              <a:rPr lang="zh-CN" altLang="en-US" sz="1600" kern="0" dirty="0">
                <a:ln>
                  <a:noFill/>
                  <a:prstDash val="sysDot"/>
                </a:ln>
                <a:solidFill>
                  <a:schemeClr val="tx1">
                    <a:lumMod val="85000"/>
                    <a:lumOff val="15000"/>
                  </a:schemeClr>
                </a:solidFill>
                <a:uFillTx/>
                <a:latin typeface="+mn-ea"/>
                <a:sym typeface="+mn-ea"/>
              </a:rPr>
              <a:t>。</a:t>
            </a:r>
            <a:endParaRPr lang="zh-CN" altLang="en-US" sz="1600" kern="0" dirty="0">
              <a:ln>
                <a:noFill/>
                <a:prstDash val="sysDot"/>
              </a:ln>
              <a:solidFill>
                <a:schemeClr val="tx1">
                  <a:lumMod val="85000"/>
                  <a:lumOff val="15000"/>
                </a:schemeClr>
              </a:solidFill>
              <a:uFillTx/>
              <a:latin typeface="+mn-ea"/>
              <a:sym typeface="+mn-ea"/>
            </a:endParaRPr>
          </a:p>
        </p:txBody>
      </p:sp>
      <p:sp>
        <p:nvSpPr>
          <p:cNvPr id="12" name="圆角矩形 11"/>
          <p:cNvSpPr/>
          <p:nvPr>
            <p:custDataLst>
              <p:tags r:id="rId7"/>
            </p:custDataLst>
          </p:nvPr>
        </p:nvSpPr>
        <p:spPr>
          <a:xfrm>
            <a:off x="927100" y="3984625"/>
            <a:ext cx="706755" cy="87630"/>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圆角矩形 14"/>
          <p:cNvSpPr/>
          <p:nvPr>
            <p:custDataLst>
              <p:tags r:id="rId8"/>
            </p:custDataLst>
          </p:nvPr>
        </p:nvSpPr>
        <p:spPr>
          <a:xfrm>
            <a:off x="696595" y="5294630"/>
            <a:ext cx="10782300" cy="1083310"/>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lstStyle/>
          <a:p>
            <a:pPr lvl="0" algn="l">
              <a:lnSpc>
                <a:spcPct val="130000"/>
              </a:lnSpc>
              <a:buClrTx/>
              <a:buSzTx/>
              <a:buFontTx/>
            </a:pPr>
            <a:r>
              <a:rPr lang="zh-CN" altLang="en-US" sz="1600" kern="0" dirty="0">
                <a:ln>
                  <a:noFill/>
                  <a:prstDash val="sysDot"/>
                </a:ln>
                <a:solidFill>
                  <a:schemeClr val="tx1">
                    <a:lumMod val="85000"/>
                    <a:lumOff val="15000"/>
                  </a:schemeClr>
                </a:solidFill>
                <a:uFillTx/>
                <a:latin typeface="+mn-ea"/>
                <a:sym typeface="+mn-ea"/>
              </a:rPr>
              <a:t>粒子强度大的粒子难分散，粒子强度过低的易破碎，增加细粉含量。</a:t>
            </a:r>
            <a:endParaRPr lang="zh-CN" altLang="en-US" sz="1600" kern="0" dirty="0">
              <a:ln>
                <a:noFill/>
                <a:prstDash val="sysDot"/>
              </a:ln>
              <a:solidFill>
                <a:schemeClr val="tx1">
                  <a:lumMod val="85000"/>
                  <a:lumOff val="15000"/>
                </a:schemeClr>
              </a:solidFill>
              <a:uFillTx/>
              <a:latin typeface="+mn-ea"/>
              <a:sym typeface="+mn-ea"/>
            </a:endParaRPr>
          </a:p>
        </p:txBody>
      </p:sp>
      <p:sp>
        <p:nvSpPr>
          <p:cNvPr id="13" name="圆角矩形 12"/>
          <p:cNvSpPr/>
          <p:nvPr>
            <p:custDataLst>
              <p:tags r:id="rId9"/>
            </p:custDataLst>
          </p:nvPr>
        </p:nvSpPr>
        <p:spPr>
          <a:xfrm>
            <a:off x="927100" y="5248275"/>
            <a:ext cx="706755" cy="87630"/>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0"/>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炭黑的其他影响物质</a:t>
            </a:r>
            <a:endParaRPr lang="zh-CN" altLang="en-US"/>
          </a:p>
        </p:txBody>
      </p:sp>
      <p:sp>
        <p:nvSpPr>
          <p:cNvPr id="3" name="矩形 2"/>
          <p:cNvSpPr/>
          <p:nvPr>
            <p:custDataLst>
              <p:tags r:id="rId2"/>
            </p:custDataLst>
          </p:nvPr>
        </p:nvSpPr>
        <p:spPr>
          <a:xfrm>
            <a:off x="906683" y="1618757"/>
            <a:ext cx="4760958" cy="466088"/>
          </a:xfrm>
          <a:prstGeom prst="rect">
            <a:avLst/>
          </a:prstGeom>
          <a:noFill/>
        </p:spPr>
        <p:txBody>
          <a:bodyPr wrap="none" lIns="0" tIns="0" rIns="0" bIns="0" rtlCol="0" anchor="ctr" anchorCtr="0">
            <a:normAutofit fontScale="90000" lnSpcReduction="10000"/>
          </a:bodyPr>
          <a:lstStyle/>
          <a:p>
            <a:pPr>
              <a:spcBef>
                <a:spcPct val="0"/>
              </a:spcBef>
              <a:spcAft>
                <a:spcPct val="0"/>
              </a:spcAft>
            </a:pPr>
            <a:r>
              <a:rPr lang="en-US" altLang="zh-CN" sz="3200" b="1" dirty="0">
                <a:solidFill>
                  <a:schemeClr val="accent1">
                    <a:lumMod val="40000"/>
                    <a:lumOff val="60000"/>
                  </a:schemeClr>
                </a:solidFill>
                <a:latin typeface="+mn-ea"/>
                <a:cs typeface="+mn-ea"/>
              </a:rPr>
              <a:t>01</a:t>
            </a:r>
            <a:endParaRPr lang="en-US" altLang="zh-CN" sz="3200" b="1" dirty="0">
              <a:solidFill>
                <a:schemeClr val="accent1">
                  <a:lumMod val="40000"/>
                  <a:lumOff val="60000"/>
                </a:schemeClr>
              </a:solidFill>
              <a:latin typeface="+mn-ea"/>
              <a:cs typeface="+mn-ea"/>
            </a:endParaRPr>
          </a:p>
        </p:txBody>
      </p:sp>
      <p:cxnSp>
        <p:nvCxnSpPr>
          <p:cNvPr id="5" name="直接连接符 4"/>
          <p:cNvCxnSpPr/>
          <p:nvPr>
            <p:custDataLst>
              <p:tags r:id="rId3"/>
            </p:custDataLst>
          </p:nvPr>
        </p:nvCxnSpPr>
        <p:spPr>
          <a:xfrm>
            <a:off x="906683" y="2140624"/>
            <a:ext cx="4780800" cy="0"/>
          </a:xfrm>
          <a:prstGeom prst="line">
            <a:avLst/>
          </a:prstGeom>
          <a:ln w="12700">
            <a:solidFill>
              <a:schemeClr val="accent1">
                <a:alpha val="60000"/>
              </a:schemeClr>
            </a:solidFill>
          </a:ln>
        </p:spPr>
        <p:style>
          <a:lnRef idx="2">
            <a:schemeClr val="accent1"/>
          </a:lnRef>
          <a:fillRef idx="0">
            <a:srgbClr val="FFFFFF"/>
          </a:fillRef>
          <a:effectRef idx="0">
            <a:srgbClr val="FFFFFF"/>
          </a:effectRef>
          <a:fontRef idx="minor">
            <a:schemeClr val="tx1"/>
          </a:fontRef>
        </p:style>
      </p:cxnSp>
      <p:sp>
        <p:nvSpPr>
          <p:cNvPr id="7" name="矩形 6"/>
          <p:cNvSpPr/>
          <p:nvPr>
            <p:custDataLst>
              <p:tags r:id="rId4"/>
            </p:custDataLst>
          </p:nvPr>
        </p:nvSpPr>
        <p:spPr>
          <a:xfrm>
            <a:off x="906683" y="2196183"/>
            <a:ext cx="4761467" cy="368237"/>
          </a:xfrm>
          <a:prstGeom prst="rect">
            <a:avLst/>
          </a:prstGeom>
          <a:noFill/>
        </p:spPr>
        <p:txBody>
          <a:bodyPr wrap="square" lIns="0" tIns="0" rIns="0" bIns="0" rtlCol="0" anchor="b">
            <a:noAutofit/>
          </a:bodyPr>
          <a:lstStyle/>
          <a:p>
            <a:pPr lvl="0" algn="l">
              <a:buClrTx/>
              <a:buSzTx/>
              <a:buFontTx/>
            </a:pPr>
            <a:r>
              <a:rPr lang="zh-CN" altLang="en-US" b="1" dirty="0">
                <a:solidFill>
                  <a:schemeClr val="accent1"/>
                </a:solidFill>
                <a:latin typeface="+mn-ea"/>
                <a:cs typeface="+mn-ea"/>
                <a:sym typeface="+mn-ea"/>
              </a:rPr>
              <a:t>各类气体</a:t>
            </a:r>
            <a:endParaRPr lang="zh-CN" altLang="en-US" b="1" dirty="0">
              <a:solidFill>
                <a:schemeClr val="accent1"/>
              </a:solidFill>
              <a:latin typeface="+mn-ea"/>
              <a:cs typeface="+mn-ea"/>
              <a:sym typeface="+mn-ea"/>
            </a:endParaRPr>
          </a:p>
        </p:txBody>
      </p:sp>
      <p:sp>
        <p:nvSpPr>
          <p:cNvPr id="9" name="矩形 8"/>
          <p:cNvSpPr/>
          <p:nvPr>
            <p:custDataLst>
              <p:tags r:id="rId5"/>
            </p:custDataLst>
          </p:nvPr>
        </p:nvSpPr>
        <p:spPr>
          <a:xfrm>
            <a:off x="906684" y="2616322"/>
            <a:ext cx="4760958" cy="1202173"/>
          </a:xfrm>
          <a:prstGeom prst="rect">
            <a:avLst/>
          </a:prstGeom>
          <a:ln>
            <a:noFill/>
            <a:prstDash val="sysDash"/>
          </a:ln>
        </p:spPr>
        <p:txBody>
          <a:bodyPr vert="horz" wrap="square" lIns="0" tIns="0" rIns="0" bIns="0" rtlCol="0">
            <a:noAutofit/>
          </a:bodyPr>
          <a:lstStyle/>
          <a:p>
            <a:pPr algn="just">
              <a:lnSpc>
                <a:spcPct val="150000"/>
              </a:lnSpc>
              <a:spcBef>
                <a:spcPct val="0"/>
              </a:spcBef>
              <a:spcAft>
                <a:spcPct val="0"/>
              </a:spcAft>
            </a:pPr>
            <a:r>
              <a:rPr lang="zh-CN" altLang="en-US" sz="1200" dirty="0">
                <a:solidFill>
                  <a:schemeClr val="tx1">
                    <a:lumMod val="85000"/>
                    <a:lumOff val="15000"/>
                  </a:schemeClr>
                </a:solidFill>
                <a:latin typeface="+mn-ea"/>
                <a:cs typeface="+mn-ea"/>
                <a:sym typeface="+mn-ea"/>
              </a:rPr>
              <a:t>原料油在裂解过程中释放出来的的</a:t>
            </a:r>
            <a:r>
              <a:rPr lang="en-US" altLang="zh-CN" sz="1200" dirty="0">
                <a:solidFill>
                  <a:schemeClr val="tx1">
                    <a:lumMod val="85000"/>
                    <a:lumOff val="15000"/>
                  </a:schemeClr>
                </a:solidFill>
                <a:latin typeface="+mn-ea"/>
                <a:cs typeface="+mn-ea"/>
                <a:sym typeface="+mn-ea"/>
              </a:rPr>
              <a:t>H</a:t>
            </a:r>
            <a:r>
              <a:rPr lang="en-US" altLang="zh-CN" sz="1200" baseline="-25000" dirty="0">
                <a:solidFill>
                  <a:schemeClr val="tx1">
                    <a:lumMod val="85000"/>
                    <a:lumOff val="15000"/>
                  </a:schemeClr>
                </a:solidFill>
                <a:latin typeface="+mn-ea"/>
                <a:cs typeface="+mn-ea"/>
                <a:sym typeface="+mn-ea"/>
              </a:rPr>
              <a:t>2</a:t>
            </a:r>
            <a:r>
              <a:rPr lang="zh-CN" altLang="en-US" sz="1200" dirty="0">
                <a:solidFill>
                  <a:schemeClr val="tx1">
                    <a:lumMod val="85000"/>
                    <a:lumOff val="15000"/>
                  </a:schemeClr>
                </a:solidFill>
                <a:latin typeface="+mn-ea"/>
                <a:cs typeface="+mn-ea"/>
                <a:sym typeface="+mn-ea"/>
              </a:rPr>
              <a:t>、</a:t>
            </a:r>
            <a:r>
              <a:rPr lang="en-US" altLang="zh-CN" sz="1200" dirty="0">
                <a:solidFill>
                  <a:schemeClr val="tx1">
                    <a:lumMod val="85000"/>
                    <a:lumOff val="15000"/>
                  </a:schemeClr>
                </a:solidFill>
                <a:latin typeface="+mn-ea"/>
                <a:cs typeface="+mn-ea"/>
                <a:sym typeface="+mn-ea"/>
              </a:rPr>
              <a:t>CO</a:t>
            </a:r>
            <a:r>
              <a:rPr lang="zh-CN" altLang="en-US" sz="1200" dirty="0">
                <a:solidFill>
                  <a:schemeClr val="tx1">
                    <a:lumMod val="85000"/>
                    <a:lumOff val="15000"/>
                  </a:schemeClr>
                </a:solidFill>
                <a:latin typeface="+mn-ea"/>
                <a:cs typeface="+mn-ea"/>
                <a:sym typeface="+mn-ea"/>
              </a:rPr>
              <a:t>、</a:t>
            </a:r>
            <a:r>
              <a:rPr lang="en-US" altLang="zh-CN" sz="1200" dirty="0">
                <a:solidFill>
                  <a:schemeClr val="tx1">
                    <a:lumMod val="85000"/>
                    <a:lumOff val="15000"/>
                  </a:schemeClr>
                </a:solidFill>
                <a:latin typeface="+mn-ea"/>
                <a:cs typeface="+mn-ea"/>
                <a:sym typeface="+mn-ea"/>
              </a:rPr>
              <a:t>CO</a:t>
            </a:r>
            <a:r>
              <a:rPr lang="en-US" altLang="zh-CN" sz="1200" baseline="-25000" dirty="0">
                <a:solidFill>
                  <a:schemeClr val="tx1">
                    <a:lumMod val="85000"/>
                    <a:lumOff val="15000"/>
                  </a:schemeClr>
                </a:solidFill>
                <a:latin typeface="+mn-ea"/>
                <a:cs typeface="+mn-ea"/>
                <a:sym typeface="+mn-ea"/>
              </a:rPr>
              <a:t>2</a:t>
            </a:r>
            <a:r>
              <a:rPr lang="zh-CN" altLang="en-US" sz="1200" dirty="0">
                <a:solidFill>
                  <a:schemeClr val="tx1">
                    <a:lumMod val="85000"/>
                    <a:lumOff val="15000"/>
                  </a:schemeClr>
                </a:solidFill>
                <a:latin typeface="+mn-ea"/>
                <a:cs typeface="+mn-ea"/>
                <a:sym typeface="+mn-ea"/>
              </a:rPr>
              <a:t>被炭黑表面的孔径吸附，在加热混炼过程中会产生气泡。</a:t>
            </a:r>
            <a:endParaRPr lang="zh-CN" altLang="en-US" sz="1200" baseline="-25000" dirty="0">
              <a:solidFill>
                <a:schemeClr val="tx1">
                  <a:lumMod val="85000"/>
                  <a:lumOff val="15000"/>
                </a:schemeClr>
              </a:solidFill>
              <a:latin typeface="+mn-ea"/>
              <a:cs typeface="+mn-ea"/>
              <a:sym typeface="+mn-ea"/>
            </a:endParaRPr>
          </a:p>
        </p:txBody>
      </p:sp>
      <p:sp>
        <p:nvSpPr>
          <p:cNvPr id="11" name="矩形 10"/>
          <p:cNvSpPr/>
          <p:nvPr>
            <p:custDataLst>
              <p:tags r:id="rId6"/>
            </p:custDataLst>
          </p:nvPr>
        </p:nvSpPr>
        <p:spPr>
          <a:xfrm>
            <a:off x="906049" y="3984456"/>
            <a:ext cx="4762101" cy="466088"/>
          </a:xfrm>
          <a:prstGeom prst="rect">
            <a:avLst/>
          </a:prstGeom>
          <a:noFill/>
        </p:spPr>
        <p:txBody>
          <a:bodyPr wrap="none" lIns="0" tIns="0" rIns="0" bIns="0" rtlCol="0" anchor="ctr" anchorCtr="0">
            <a:normAutofit fontScale="90000" lnSpcReduction="10000"/>
          </a:bodyPr>
          <a:lstStyle/>
          <a:p>
            <a:pPr>
              <a:spcBef>
                <a:spcPct val="0"/>
              </a:spcBef>
              <a:spcAft>
                <a:spcPct val="0"/>
              </a:spcAft>
            </a:pPr>
            <a:r>
              <a:rPr lang="en-US" altLang="zh-CN" sz="3200" b="1" dirty="0">
                <a:solidFill>
                  <a:schemeClr val="accent1">
                    <a:lumMod val="40000"/>
                    <a:lumOff val="60000"/>
                  </a:schemeClr>
                </a:solidFill>
                <a:latin typeface="+mn-ea"/>
                <a:cs typeface="+mn-ea"/>
              </a:rPr>
              <a:t>03</a:t>
            </a:r>
            <a:endParaRPr lang="en-US" altLang="zh-CN" sz="3200" b="1" dirty="0">
              <a:solidFill>
                <a:schemeClr val="accent1">
                  <a:lumMod val="40000"/>
                  <a:lumOff val="60000"/>
                </a:schemeClr>
              </a:solidFill>
              <a:latin typeface="+mn-ea"/>
              <a:cs typeface="+mn-ea"/>
            </a:endParaRPr>
          </a:p>
        </p:txBody>
      </p:sp>
      <p:cxnSp>
        <p:nvCxnSpPr>
          <p:cNvPr id="38" name="直接连接符 37"/>
          <p:cNvCxnSpPr/>
          <p:nvPr>
            <p:custDataLst>
              <p:tags r:id="rId7"/>
            </p:custDataLst>
          </p:nvPr>
        </p:nvCxnSpPr>
        <p:spPr>
          <a:xfrm>
            <a:off x="906049" y="4506544"/>
            <a:ext cx="4780800" cy="0"/>
          </a:xfrm>
          <a:prstGeom prst="line">
            <a:avLst/>
          </a:prstGeom>
          <a:ln w="12700">
            <a:solidFill>
              <a:schemeClr val="accent1">
                <a:alpha val="60000"/>
              </a:schemeClr>
            </a:solidFill>
          </a:ln>
        </p:spPr>
        <p:style>
          <a:lnRef idx="2">
            <a:schemeClr val="accent1"/>
          </a:lnRef>
          <a:fillRef idx="0">
            <a:srgbClr val="FFFFFF"/>
          </a:fillRef>
          <a:effectRef idx="0">
            <a:srgbClr val="FFFFFF"/>
          </a:effectRef>
          <a:fontRef idx="minor">
            <a:schemeClr val="tx1"/>
          </a:fontRef>
        </p:style>
      </p:cxnSp>
      <p:sp>
        <p:nvSpPr>
          <p:cNvPr id="14" name="矩形 13"/>
          <p:cNvSpPr/>
          <p:nvPr>
            <p:custDataLst>
              <p:tags r:id="rId8"/>
            </p:custDataLst>
          </p:nvPr>
        </p:nvSpPr>
        <p:spPr>
          <a:xfrm>
            <a:off x="906049" y="4562104"/>
            <a:ext cx="4762955" cy="368237"/>
          </a:xfrm>
          <a:prstGeom prst="rect">
            <a:avLst/>
          </a:prstGeom>
          <a:noFill/>
        </p:spPr>
        <p:txBody>
          <a:bodyPr wrap="square" lIns="0" tIns="0" rIns="0" bIns="0" rtlCol="0" anchor="b">
            <a:noAutofit/>
          </a:bodyPr>
          <a:lstStyle/>
          <a:p>
            <a:pPr lvl="0" algn="l">
              <a:buClrTx/>
              <a:buSzTx/>
              <a:buFontTx/>
            </a:pPr>
            <a:r>
              <a:rPr lang="zh-CN" altLang="en-US" b="1" dirty="0">
                <a:solidFill>
                  <a:schemeClr val="accent1"/>
                </a:solidFill>
                <a:latin typeface="+mn-ea"/>
                <a:cs typeface="+mn-ea"/>
                <a:sym typeface="+mn-ea"/>
              </a:rPr>
              <a:t>灰分</a:t>
            </a:r>
            <a:endParaRPr lang="zh-CN" altLang="en-US" b="1" dirty="0">
              <a:solidFill>
                <a:schemeClr val="accent1"/>
              </a:solidFill>
              <a:latin typeface="+mn-ea"/>
              <a:cs typeface="+mn-ea"/>
              <a:sym typeface="+mn-ea"/>
            </a:endParaRPr>
          </a:p>
        </p:txBody>
      </p:sp>
      <p:sp>
        <p:nvSpPr>
          <p:cNvPr id="15" name="矩形 14"/>
          <p:cNvSpPr/>
          <p:nvPr>
            <p:custDataLst>
              <p:tags r:id="rId9"/>
            </p:custDataLst>
          </p:nvPr>
        </p:nvSpPr>
        <p:spPr>
          <a:xfrm>
            <a:off x="906049" y="4990812"/>
            <a:ext cx="4762369" cy="1202173"/>
          </a:xfrm>
          <a:prstGeom prst="rect">
            <a:avLst/>
          </a:prstGeom>
          <a:ln>
            <a:noFill/>
            <a:prstDash val="sysDash"/>
          </a:ln>
        </p:spPr>
        <p:txBody>
          <a:bodyPr vert="horz" wrap="square" lIns="0" tIns="0" rIns="0" bIns="0" rtlCol="0">
            <a:noAutofit/>
          </a:bodyPr>
          <a:lstStyle/>
          <a:p>
            <a:pPr algn="just">
              <a:lnSpc>
                <a:spcPct val="150000"/>
              </a:lnSpc>
              <a:spcBef>
                <a:spcPct val="0"/>
              </a:spcBef>
              <a:spcAft>
                <a:spcPct val="0"/>
              </a:spcAft>
            </a:pPr>
            <a:r>
              <a:rPr lang="zh-CN" altLang="en-US" sz="1200" dirty="0">
                <a:solidFill>
                  <a:schemeClr val="tx1">
                    <a:lumMod val="85000"/>
                    <a:lumOff val="15000"/>
                  </a:schemeClr>
                </a:solidFill>
                <a:latin typeface="+mn-ea"/>
                <a:cs typeface="+mn-ea"/>
                <a:sym typeface="+mn-ea"/>
              </a:rPr>
              <a:t>原料所包含的无机盐、设备腐蚀及冷却水。</a:t>
            </a:r>
            <a:endParaRPr lang="zh-CN" altLang="en-US" sz="12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dirty="0">
                <a:solidFill>
                  <a:schemeClr val="tx1">
                    <a:lumMod val="85000"/>
                    <a:lumOff val="15000"/>
                  </a:schemeClr>
                </a:solidFill>
                <a:latin typeface="+mn-ea"/>
                <a:cs typeface="+mn-ea"/>
                <a:sym typeface="+mn-ea"/>
              </a:rPr>
              <a:t>炭黑的灰分一般不会引起硫化胶性能的改变，但灰分中若含有</a:t>
            </a:r>
            <a:r>
              <a:rPr lang="en-US" altLang="zh-CN" sz="1200" dirty="0">
                <a:solidFill>
                  <a:schemeClr val="tx1">
                    <a:lumMod val="85000"/>
                    <a:lumOff val="15000"/>
                  </a:schemeClr>
                </a:solidFill>
                <a:latin typeface="+mn-ea"/>
                <a:cs typeface="+mn-ea"/>
                <a:sym typeface="+mn-ea"/>
              </a:rPr>
              <a:t>Cu</a:t>
            </a:r>
            <a:r>
              <a:rPr lang="zh-CN" altLang="en-US" sz="1200" dirty="0">
                <a:solidFill>
                  <a:schemeClr val="tx1">
                    <a:lumMod val="85000"/>
                    <a:lumOff val="15000"/>
                  </a:schemeClr>
                </a:solidFill>
                <a:latin typeface="+mn-ea"/>
                <a:cs typeface="+mn-ea"/>
                <a:sym typeface="+mn-ea"/>
              </a:rPr>
              <a:t>、</a:t>
            </a:r>
            <a:r>
              <a:rPr lang="en-US" altLang="zh-CN" sz="1200" dirty="0">
                <a:solidFill>
                  <a:schemeClr val="tx1">
                    <a:lumMod val="85000"/>
                    <a:lumOff val="15000"/>
                  </a:schemeClr>
                </a:solidFill>
                <a:latin typeface="+mn-ea"/>
                <a:cs typeface="+mn-ea"/>
                <a:sym typeface="+mn-ea"/>
              </a:rPr>
              <a:t>Mn</a:t>
            </a:r>
            <a:r>
              <a:rPr lang="zh-CN" altLang="en-US" sz="1200" dirty="0">
                <a:solidFill>
                  <a:schemeClr val="tx1">
                    <a:lumMod val="85000"/>
                    <a:lumOff val="15000"/>
                  </a:schemeClr>
                </a:solidFill>
                <a:latin typeface="+mn-ea"/>
                <a:cs typeface="+mn-ea"/>
                <a:sym typeface="+mn-ea"/>
              </a:rPr>
              <a:t>、</a:t>
            </a:r>
            <a:r>
              <a:rPr lang="en-US" altLang="zh-CN" sz="1200" dirty="0">
                <a:solidFill>
                  <a:schemeClr val="tx1">
                    <a:lumMod val="85000"/>
                    <a:lumOff val="15000"/>
                  </a:schemeClr>
                </a:solidFill>
                <a:latin typeface="+mn-ea"/>
                <a:cs typeface="+mn-ea"/>
                <a:sym typeface="+mn-ea"/>
              </a:rPr>
              <a:t>Fe</a:t>
            </a:r>
            <a:r>
              <a:rPr lang="zh-CN" altLang="en-US" sz="1200" dirty="0">
                <a:solidFill>
                  <a:schemeClr val="tx1">
                    <a:lumMod val="85000"/>
                    <a:lumOff val="15000"/>
                  </a:schemeClr>
                </a:solidFill>
                <a:latin typeface="+mn-ea"/>
                <a:cs typeface="+mn-ea"/>
                <a:sym typeface="+mn-ea"/>
              </a:rPr>
              <a:t>及其化合物（变价金属离子及其盐分）时会影响硫化胶的电绝缘性，耐老化性和密度。</a:t>
            </a:r>
            <a:endParaRPr lang="zh-CN" altLang="en-US" sz="1200" dirty="0">
              <a:solidFill>
                <a:schemeClr val="tx1">
                  <a:lumMod val="85000"/>
                  <a:lumOff val="15000"/>
                </a:schemeClr>
              </a:solidFill>
              <a:latin typeface="+mn-ea"/>
              <a:cs typeface="+mn-ea"/>
              <a:sym typeface="+mn-ea"/>
            </a:endParaRPr>
          </a:p>
        </p:txBody>
      </p:sp>
      <p:sp>
        <p:nvSpPr>
          <p:cNvPr id="16" name="矩形 15"/>
          <p:cNvSpPr/>
          <p:nvPr>
            <p:custDataLst>
              <p:tags r:id="rId10"/>
            </p:custDataLst>
          </p:nvPr>
        </p:nvSpPr>
        <p:spPr>
          <a:xfrm>
            <a:off x="6504267" y="1618757"/>
            <a:ext cx="4762369" cy="466088"/>
          </a:xfrm>
          <a:prstGeom prst="rect">
            <a:avLst/>
          </a:prstGeom>
          <a:noFill/>
        </p:spPr>
        <p:txBody>
          <a:bodyPr wrap="none" lIns="0" tIns="0" rIns="0" bIns="0" rtlCol="0" anchor="ctr" anchorCtr="0">
            <a:normAutofit fontScale="90000" lnSpcReduction="10000"/>
          </a:bodyPr>
          <a:lstStyle/>
          <a:p>
            <a:pPr lvl="0" algn="l">
              <a:buClrTx/>
              <a:buSzTx/>
              <a:buFontTx/>
            </a:pPr>
            <a:r>
              <a:rPr lang="en-US" altLang="zh-CN" sz="3200" b="1" dirty="0">
                <a:solidFill>
                  <a:schemeClr val="accent1">
                    <a:lumMod val="40000"/>
                    <a:lumOff val="60000"/>
                  </a:schemeClr>
                </a:solidFill>
                <a:latin typeface="+mn-ea"/>
                <a:cs typeface="+mn-ea"/>
                <a:sym typeface="+mn-ea"/>
              </a:rPr>
              <a:t>02</a:t>
            </a:r>
            <a:endParaRPr lang="en-US" altLang="zh-CN" sz="3200" b="1" dirty="0">
              <a:solidFill>
                <a:schemeClr val="accent1">
                  <a:lumMod val="40000"/>
                  <a:lumOff val="60000"/>
                </a:schemeClr>
              </a:solidFill>
              <a:latin typeface="+mn-ea"/>
              <a:cs typeface="+mn-ea"/>
              <a:sym typeface="+mn-ea"/>
            </a:endParaRPr>
          </a:p>
        </p:txBody>
      </p:sp>
      <p:cxnSp>
        <p:nvCxnSpPr>
          <p:cNvPr id="43" name="直接连接符 42"/>
          <p:cNvCxnSpPr/>
          <p:nvPr>
            <p:custDataLst>
              <p:tags r:id="rId11"/>
            </p:custDataLst>
          </p:nvPr>
        </p:nvCxnSpPr>
        <p:spPr>
          <a:xfrm>
            <a:off x="6504268" y="2140623"/>
            <a:ext cx="4780800" cy="0"/>
          </a:xfrm>
          <a:prstGeom prst="line">
            <a:avLst/>
          </a:prstGeom>
          <a:ln w="12700">
            <a:solidFill>
              <a:schemeClr val="accent1">
                <a:alpha val="60000"/>
              </a:schemeClr>
            </a:solidFill>
          </a:ln>
        </p:spPr>
        <p:style>
          <a:lnRef idx="2">
            <a:schemeClr val="accent1"/>
          </a:lnRef>
          <a:fillRef idx="0">
            <a:srgbClr val="FFFFFF"/>
          </a:fillRef>
          <a:effectRef idx="0">
            <a:srgbClr val="FFFFFF"/>
          </a:effectRef>
          <a:fontRef idx="minor">
            <a:schemeClr val="tx1"/>
          </a:fontRef>
        </p:style>
      </p:cxnSp>
      <p:sp>
        <p:nvSpPr>
          <p:cNvPr id="18" name="矩形 17"/>
          <p:cNvSpPr/>
          <p:nvPr>
            <p:custDataLst>
              <p:tags r:id="rId12"/>
            </p:custDataLst>
          </p:nvPr>
        </p:nvSpPr>
        <p:spPr>
          <a:xfrm>
            <a:off x="6504268" y="2196182"/>
            <a:ext cx="4763581" cy="368237"/>
          </a:xfrm>
          <a:prstGeom prst="rect">
            <a:avLst/>
          </a:prstGeom>
          <a:noFill/>
        </p:spPr>
        <p:txBody>
          <a:bodyPr wrap="square" lIns="0" tIns="0" rIns="0" bIns="0" rtlCol="0" anchor="b">
            <a:noAutofit/>
          </a:bodyPr>
          <a:lstStyle/>
          <a:p>
            <a:pPr lvl="0" algn="l">
              <a:buClrTx/>
              <a:buSzTx/>
              <a:buFontTx/>
            </a:pPr>
            <a:r>
              <a:rPr lang="zh-CN" altLang="en-US" b="1" dirty="0">
                <a:solidFill>
                  <a:schemeClr val="accent1"/>
                </a:solidFill>
                <a:latin typeface="+mn-ea"/>
                <a:cs typeface="+mn-ea"/>
                <a:sym typeface="+mn-ea"/>
              </a:rPr>
              <a:t>溶剂抽出物</a:t>
            </a:r>
            <a:endParaRPr lang="zh-CN" altLang="en-US" b="1" dirty="0">
              <a:solidFill>
                <a:schemeClr val="accent1"/>
              </a:solidFill>
              <a:latin typeface="+mn-ea"/>
              <a:cs typeface="+mn-ea"/>
              <a:sym typeface="+mn-ea"/>
            </a:endParaRPr>
          </a:p>
        </p:txBody>
      </p:sp>
      <p:sp>
        <p:nvSpPr>
          <p:cNvPr id="19" name="矩形 18"/>
          <p:cNvSpPr/>
          <p:nvPr>
            <p:custDataLst>
              <p:tags r:id="rId13"/>
            </p:custDataLst>
          </p:nvPr>
        </p:nvSpPr>
        <p:spPr>
          <a:xfrm>
            <a:off x="6504268" y="2616322"/>
            <a:ext cx="4761986" cy="1202173"/>
          </a:xfrm>
          <a:prstGeom prst="rect">
            <a:avLst/>
          </a:prstGeom>
          <a:ln>
            <a:noFill/>
            <a:prstDash val="sysDash"/>
          </a:ln>
        </p:spPr>
        <p:txBody>
          <a:bodyPr vert="horz" wrap="square" lIns="0" tIns="0" rIns="0" bIns="0" rtlCol="0">
            <a:noAutofit/>
          </a:bodyPr>
          <a:lstStyle/>
          <a:p>
            <a:pPr algn="just">
              <a:lnSpc>
                <a:spcPct val="150000"/>
              </a:lnSpc>
              <a:spcBef>
                <a:spcPct val="0"/>
              </a:spcBef>
              <a:spcAft>
                <a:spcPct val="0"/>
              </a:spcAft>
            </a:pPr>
            <a:r>
              <a:rPr lang="zh-CN" sz="1200" dirty="0">
                <a:solidFill>
                  <a:schemeClr val="tx1">
                    <a:lumMod val="85000"/>
                    <a:lumOff val="15000"/>
                  </a:schemeClr>
                </a:solidFill>
                <a:latin typeface="+mn-ea"/>
                <a:cs typeface="+mn-ea"/>
                <a:sym typeface="+mn-ea"/>
              </a:rPr>
              <a:t>焦油物质的存在导致多环芳香烃含量超标，不环保，胶料表面易泛彩。</a:t>
            </a:r>
            <a:endParaRPr lang="en-US" altLang="zh-CN" sz="12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sz="1200" dirty="0">
                <a:solidFill>
                  <a:schemeClr val="tx1">
                    <a:lumMod val="85000"/>
                    <a:lumOff val="15000"/>
                  </a:schemeClr>
                </a:solidFill>
                <a:latin typeface="+mn-ea"/>
                <a:cs typeface="+mn-ea"/>
                <a:sym typeface="+mn-ea"/>
              </a:rPr>
              <a:t>。炭黑表面吸附的焦油状物质的含量，可通过溶剂抽提的形式进行检测，抽提物透光率高得炭黑表面吸附的焦油状物质少。</a:t>
            </a:r>
            <a:endParaRPr lang="en-US" altLang="zh-CN" sz="1200" dirty="0">
              <a:solidFill>
                <a:schemeClr val="tx1">
                  <a:lumMod val="85000"/>
                  <a:lumOff val="15000"/>
                </a:schemeClr>
              </a:solidFill>
              <a:latin typeface="+mn-ea"/>
              <a:cs typeface="+mn-ea"/>
              <a:sym typeface="+mn-ea"/>
            </a:endParaRPr>
          </a:p>
        </p:txBody>
      </p:sp>
      <p:sp>
        <p:nvSpPr>
          <p:cNvPr id="20" name="矩形 19"/>
          <p:cNvSpPr/>
          <p:nvPr>
            <p:custDataLst>
              <p:tags r:id="rId14"/>
            </p:custDataLst>
          </p:nvPr>
        </p:nvSpPr>
        <p:spPr>
          <a:xfrm>
            <a:off x="6504267" y="3984456"/>
            <a:ext cx="4762101" cy="466088"/>
          </a:xfrm>
          <a:prstGeom prst="rect">
            <a:avLst/>
          </a:prstGeom>
          <a:noFill/>
        </p:spPr>
        <p:txBody>
          <a:bodyPr wrap="none" lIns="0" tIns="0" rIns="0" bIns="0" rtlCol="0" anchor="ctr" anchorCtr="0">
            <a:normAutofit fontScale="90000" lnSpcReduction="10000"/>
          </a:bodyPr>
          <a:lstStyle/>
          <a:p>
            <a:pPr lvl="0" algn="l">
              <a:buClrTx/>
              <a:buSzTx/>
              <a:buFontTx/>
            </a:pPr>
            <a:r>
              <a:rPr lang="en-US" altLang="zh-CN" sz="3200" b="1" dirty="0">
                <a:solidFill>
                  <a:schemeClr val="accent1">
                    <a:lumMod val="40000"/>
                    <a:lumOff val="60000"/>
                  </a:schemeClr>
                </a:solidFill>
                <a:latin typeface="+mn-ea"/>
                <a:cs typeface="+mn-ea"/>
                <a:sym typeface="+mn-ea"/>
              </a:rPr>
              <a:t>04</a:t>
            </a:r>
            <a:endParaRPr lang="en-US" altLang="zh-CN" sz="3200" b="1" dirty="0">
              <a:solidFill>
                <a:schemeClr val="accent1">
                  <a:lumMod val="40000"/>
                  <a:lumOff val="60000"/>
                </a:schemeClr>
              </a:solidFill>
              <a:latin typeface="+mn-ea"/>
              <a:cs typeface="+mn-ea"/>
              <a:sym typeface="+mn-ea"/>
            </a:endParaRPr>
          </a:p>
        </p:txBody>
      </p:sp>
      <p:cxnSp>
        <p:nvCxnSpPr>
          <p:cNvPr id="48" name="直接连接符 47"/>
          <p:cNvCxnSpPr/>
          <p:nvPr>
            <p:custDataLst>
              <p:tags r:id="rId15"/>
            </p:custDataLst>
          </p:nvPr>
        </p:nvCxnSpPr>
        <p:spPr>
          <a:xfrm>
            <a:off x="6504268" y="4506544"/>
            <a:ext cx="4780800" cy="0"/>
          </a:xfrm>
          <a:prstGeom prst="line">
            <a:avLst/>
          </a:prstGeom>
          <a:ln w="12700">
            <a:solidFill>
              <a:schemeClr val="accent1">
                <a:alpha val="60000"/>
              </a:schemeClr>
            </a:solidFill>
          </a:ln>
        </p:spPr>
        <p:style>
          <a:lnRef idx="2">
            <a:schemeClr val="accent1"/>
          </a:lnRef>
          <a:fillRef idx="0">
            <a:srgbClr val="FFFFFF"/>
          </a:fillRef>
          <a:effectRef idx="0">
            <a:srgbClr val="FFFFFF"/>
          </a:effectRef>
          <a:fontRef idx="minor">
            <a:schemeClr val="tx1"/>
          </a:fontRef>
        </p:style>
      </p:cxnSp>
      <p:sp>
        <p:nvSpPr>
          <p:cNvPr id="22" name="矩形 21"/>
          <p:cNvSpPr/>
          <p:nvPr>
            <p:custDataLst>
              <p:tags r:id="rId16"/>
            </p:custDataLst>
          </p:nvPr>
        </p:nvSpPr>
        <p:spPr>
          <a:xfrm>
            <a:off x="6504268" y="4562104"/>
            <a:ext cx="4762368" cy="368237"/>
          </a:xfrm>
          <a:prstGeom prst="rect">
            <a:avLst/>
          </a:prstGeom>
          <a:noFill/>
        </p:spPr>
        <p:txBody>
          <a:bodyPr wrap="square" lIns="0" tIns="0" rIns="0" bIns="0" rtlCol="0" anchor="b">
            <a:noAutofit/>
          </a:bodyPr>
          <a:lstStyle/>
          <a:p>
            <a:pPr lvl="0" algn="l">
              <a:buClrTx/>
              <a:buSzTx/>
              <a:buFontTx/>
            </a:pPr>
            <a:r>
              <a:rPr lang="zh-CN" altLang="en-US" b="1" dirty="0">
                <a:solidFill>
                  <a:schemeClr val="accent1"/>
                </a:solidFill>
                <a:latin typeface="+mn-ea"/>
                <a:cs typeface="+mn-ea"/>
                <a:sym typeface="+mn-ea"/>
              </a:rPr>
              <a:t>吸附水</a:t>
            </a:r>
            <a:endParaRPr lang="zh-CN" altLang="en-US" b="1" dirty="0">
              <a:solidFill>
                <a:schemeClr val="accent1"/>
              </a:solidFill>
              <a:latin typeface="+mn-ea"/>
              <a:cs typeface="+mn-ea"/>
              <a:sym typeface="+mn-ea"/>
            </a:endParaRPr>
          </a:p>
        </p:txBody>
      </p:sp>
      <p:sp>
        <p:nvSpPr>
          <p:cNvPr id="27" name="矩形 26"/>
          <p:cNvSpPr/>
          <p:nvPr>
            <p:custDataLst>
              <p:tags r:id="rId17"/>
            </p:custDataLst>
          </p:nvPr>
        </p:nvSpPr>
        <p:spPr>
          <a:xfrm>
            <a:off x="6504268" y="4990812"/>
            <a:ext cx="4762369" cy="1202173"/>
          </a:xfrm>
          <a:prstGeom prst="rect">
            <a:avLst/>
          </a:prstGeom>
          <a:ln>
            <a:noFill/>
            <a:prstDash val="sysDash"/>
          </a:ln>
        </p:spPr>
        <p:txBody>
          <a:bodyPr vert="horz" wrap="square" lIns="0" tIns="0" rIns="0" bIns="0" rtlCol="0">
            <a:noAutofit/>
          </a:bodyPr>
          <a:lstStyle/>
          <a:p>
            <a:pPr algn="just">
              <a:lnSpc>
                <a:spcPct val="150000"/>
              </a:lnSpc>
              <a:spcBef>
                <a:spcPct val="0"/>
              </a:spcBef>
              <a:spcAft>
                <a:spcPct val="0"/>
              </a:spcAft>
            </a:pPr>
            <a:r>
              <a:rPr lang="zh-CN" altLang="en-US" sz="1200" dirty="0">
                <a:solidFill>
                  <a:schemeClr val="tx1">
                    <a:lumMod val="85000"/>
                    <a:lumOff val="15000"/>
                  </a:schemeClr>
                </a:solidFill>
                <a:latin typeface="+mn-ea"/>
                <a:cs typeface="+mn-ea"/>
                <a:sym typeface="+mn-ea"/>
              </a:rPr>
              <a:t>炭黑含水量与环境温度，湿度有关，与炭黑的比表面积，孔隙度，氧含量等有关。在标准气压下氧含量高的炭黑其水分含量亦高。应用水分含量过高的炭黑混炼时间长（剪切力降低）挤出易起海绵硫化胶会产生气泡。</a:t>
            </a:r>
            <a:endParaRPr lang="zh-CN" altLang="en-US" sz="1200" dirty="0">
              <a:solidFill>
                <a:schemeClr val="tx1">
                  <a:lumMod val="85000"/>
                  <a:lumOff val="15000"/>
                </a:schemeClr>
              </a:solidFill>
              <a:latin typeface="+mn-ea"/>
              <a:cs typeface="+mn-ea"/>
              <a:sym typeface="+mn-ea"/>
            </a:endParaRPr>
          </a:p>
        </p:txBody>
      </p:sp>
    </p:spTree>
    <p:custDataLst>
      <p:tags r:id="rId18"/>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zh-CN" altLang="en-US"/>
              <a:t>感谢观看</a:t>
            </a:r>
            <a:endParaRPr lang="zh-CN" altLang="en-US"/>
          </a:p>
        </p:txBody>
      </p:sp>
      <p:sp>
        <p:nvSpPr>
          <p:cNvPr id="5" name="副标题"/>
          <p:cNvSpPr>
            <a:spLocks noGrp="1"/>
          </p:cNvSpPr>
          <p:nvPr>
            <p:ph type="subTitle" idx="1"/>
            <p:custDataLst>
              <p:tags r:id="rId2"/>
            </p:custDataLst>
          </p:nvPr>
        </p:nvSpPr>
        <p:spPr/>
        <p:txBody>
          <a:bodyPr/>
          <a:lstStyle/>
          <a:p>
            <a:r>
              <a:rPr lang="en-US" altLang="zh-CN"/>
              <a:t>THANK YOU</a:t>
            </a:r>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8"/>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8.xml><?xml version="1.0" encoding="utf-8"?>
<p:tagLst xmlns:p="http://schemas.openxmlformats.org/presentationml/2006/main">
  <p:tag name="KSO_WM_UNIT_TYPE" val="i"/>
  <p:tag name="KSO_WM_UNIT_INDEX" val="25"/>
  <p:tag name="KSO_WM_BEAUTIFY_FLAG" val="#wm#"/>
  <p:tag name="KSO_WM_TAG_VERSION" val="3.0"/>
  <p:tag name="KSO_WM_UNIT_ID" val="_1*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37"/>
  <p:tag name="KSO_WM_BEAUTIFY_FLAG" val="#wm#"/>
  <p:tag name="KSO_WM_TAG_VERSION" val="3.0"/>
  <p:tag name="KSO_WM_UNIT_ID" val="_1*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17"/>
  <p:tag name="KSO_WM_BEAUTIFY_FLAG" val="#wm#"/>
  <p:tag name="KSO_WM_TAG_VERSION" val="3.0"/>
  <p:tag name="KSO_WM_UNIT_ID" val="_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18"/>
  <p:tag name="KSO_WM_BEAUTIFY_FLAG" val="#wm#"/>
  <p:tag name="KSO_WM_TAG_VERSION" val="3.0"/>
  <p:tag name="KSO_WM_UNIT_ID" val="_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19"/>
  <p:tag name="KSO_WM_BEAUTIFY_FLAG" val="#wm#"/>
  <p:tag name="KSO_WM_TAG_VERSION" val="3.0"/>
  <p:tag name="KSO_WM_UNIT_ID" val="_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20"/>
  <p:tag name="KSO_WM_BEAUTIFY_FLAG" val="#wm#"/>
  <p:tag name="KSO_WM_TAG_VERSION" val="3.0"/>
  <p:tag name="KSO_WM_UNIT_ID" val="_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21"/>
  <p:tag name="KSO_WM_BEAUTIFY_FLAG" val="#wm#"/>
  <p:tag name="KSO_WM_TAG_VERSION" val="3.0"/>
  <p:tag name="KSO_WM_UNIT_ID" val="_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TYPE" val="i"/>
  <p:tag name="KSO_WM_UNIT_INDEX" val="22"/>
  <p:tag name="KSO_WM_BEAUTIFY_FLAG" val="#wm#"/>
  <p:tag name="KSO_WM_TAG_VERSION" val="3.0"/>
  <p:tag name="KSO_WM_UNIT_ID" val="_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TYPE" val="i"/>
  <p:tag name="KSO_WM_UNIT_INDEX" val="23"/>
  <p:tag name="KSO_WM_BEAUTIFY_FLAG" val="#wm#"/>
  <p:tag name="KSO_WM_TAG_VERSION" val="3.0"/>
  <p:tag name="KSO_WM_UNIT_ID" val="_1*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i"/>
  <p:tag name="KSO_WM_UNIT_INDEX" val="24"/>
  <p:tag name="KSO_WM_BEAUTIFY_FLAG" val="#wm#"/>
  <p:tag name="KSO_WM_TAG_VERSION" val="3.0"/>
  <p:tag name="KSO_WM_UNIT_ID" val="_1*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26"/>
  <p:tag name="KSO_WM_BEAUTIFY_FLAG" val="#wm#"/>
  <p:tag name="KSO_WM_TAG_VERSION" val="3.0"/>
  <p:tag name="KSO_WM_UNIT_ID" val="_1*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27"/>
  <p:tag name="KSO_WM_BEAUTIFY_FLAG" val="#wm#"/>
  <p:tag name="KSO_WM_TAG_VERSION" val="3.0"/>
  <p:tag name="KSO_WM_UNIT_ID" val="_1*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4"/>
  <p:tag name="KSO_WM_BEAUTIFY_FLAG" val="#wm#"/>
  <p:tag name="KSO_WM_TAG_VERSION" val="3.0"/>
  <p:tag name="KSO_WM_UNIT_ID" val="_1*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36"/>
  <p:tag name="KSO_WM_BEAUTIFY_FLAG" val="#wm#"/>
  <p:tag name="KSO_WM_TAG_VERSION" val="3.0"/>
  <p:tag name="KSO_WM_UNIT_ID" val="_1*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32"/>
  <p:tag name="KSO_WM_BEAUTIFY_FLAG" val="#wm#"/>
  <p:tag name="KSO_WM_TAG_VERSION" val="3.0"/>
  <p:tag name="KSO_WM_UNIT_ID" val="_1*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33"/>
  <p:tag name="KSO_WM_BEAUTIFY_FLAG" val="#wm#"/>
  <p:tag name="KSO_WM_TAG_VERSION" val="3.0"/>
  <p:tag name="KSO_WM_UNIT_ID" val="_1*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30"/>
  <p:tag name="KSO_WM_BEAUTIFY_FLAG" val="#wm#"/>
  <p:tag name="KSO_WM_TAG_VERSION" val="3.0"/>
  <p:tag name="KSO_WM_UNIT_ID" val="_1*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31"/>
  <p:tag name="KSO_WM_BEAUTIFY_FLAG" val="#wm#"/>
  <p:tag name="KSO_WM_TAG_VERSION" val="3.0"/>
  <p:tag name="KSO_WM_UNIT_ID" val="_1*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8"/>
  <p:tag name="KSO_WM_BEAUTIFY_FLAG" val="#wm#"/>
  <p:tag name="KSO_WM_TAG_VERSION" val="3.0"/>
  <p:tag name="KSO_WM_UNIT_ID" val="_1*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29"/>
  <p:tag name="KSO_WM_BEAUTIFY_FLAG" val="#wm#"/>
  <p:tag name="KSO_WM_TAG_VERSION" val="3.0"/>
  <p:tag name="KSO_WM_UNIT_ID" val="_1*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38"/>
  <p:tag name="KSO_WM_BEAUTIFY_FLAG" val="#wm#"/>
  <p:tag name="KSO_WM_TAG_VERSION" val="3.0"/>
  <p:tag name="KSO_WM_UNIT_ID" val="_1*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35"/>
  <p:tag name="KSO_WM_BEAUTIFY_FLAG" val="#wm#"/>
  <p:tag name="KSO_WM_TAG_VERSION" val="3.0"/>
  <p:tag name="KSO_WM_UNIT_ID" val="_1*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40"/>
</p:tagLst>
</file>

<file path=ppt/tags/tag4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i"/>
  <p:tag name="KSO_WM_UNIT_INDEX" val="18"/>
  <p:tag name="KSO_WM_BEAUTIFY_FLAG" val="#wm#"/>
  <p:tag name="KSO_WM_TAG_VERSION" val="3.0"/>
  <p:tag name="KSO_WM_UNIT_ID" val="_3*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i"/>
  <p:tag name="KSO_WM_UNIT_INDEX" val="33"/>
  <p:tag name="KSO_WM_BEAUTIFY_FLAG" val="#wm#"/>
  <p:tag name="KSO_WM_TAG_VERSION" val="3.0"/>
  <p:tag name="KSO_WM_UNIT_ID" val="_3*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i"/>
  <p:tag name="KSO_WM_UNIT_INDEX" val="10"/>
  <p:tag name="KSO_WM_BEAUTIFY_FLAG" val="#wm#"/>
  <p:tag name="KSO_WM_TAG_VERSION" val="3.0"/>
  <p:tag name="KSO_WM_UNIT_ID" val="_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TYPE" val="i"/>
  <p:tag name="KSO_WM_UNIT_INDEX" val="31"/>
  <p:tag name="KSO_WM_BEAUTIFY_FLAG" val="#wm#"/>
  <p:tag name="KSO_WM_TAG_VERSION" val="3.0"/>
  <p:tag name="KSO_WM_UNIT_ID" val="_3*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TYPE" val="i"/>
  <p:tag name="KSO_WM_UNIT_INDEX" val="32"/>
  <p:tag name="KSO_WM_BEAUTIFY_FLAG" val="#wm#"/>
  <p:tag name="KSO_WM_TAG_VERSION" val="3.0"/>
  <p:tag name="KSO_WM_UNIT_ID" val="_3*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i"/>
  <p:tag name="KSO_WM_UNIT_INDEX" val="30"/>
  <p:tag name="KSO_WM_BEAUTIFY_FLAG" val="#wm#"/>
  <p:tag name="KSO_WM_TAG_VERSION" val="3.0"/>
  <p:tag name="KSO_WM_UNIT_ID" val="_3*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TYPE" val="i"/>
  <p:tag name="KSO_WM_UNIT_INDEX" val="29"/>
  <p:tag name="KSO_WM_BEAUTIFY_FLAG" val="#wm#"/>
  <p:tag name="KSO_WM_TAG_VERSION" val="3.0"/>
  <p:tag name="KSO_WM_UNIT_ID" val="_3*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TYPE" val="i"/>
  <p:tag name="KSO_WM_UNIT_INDEX" val="22"/>
  <p:tag name="KSO_WM_BEAUTIFY_FLAG" val="#wm#"/>
  <p:tag name="KSO_WM_TAG_VERSION" val="3.0"/>
  <p:tag name="KSO_WM_UNIT_ID" val="_3*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21"/>
  <p:tag name="KSO_WM_BEAUTIFY_FLAG" val="#wm#"/>
  <p:tag name="KSO_WM_TAG_VERSION" val="3.0"/>
  <p:tag name="KSO_WM_UNIT_ID" val="_3*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i"/>
  <p:tag name="KSO_WM_UNIT_INDEX" val="26"/>
  <p:tag name="KSO_WM_BEAUTIFY_FLAG" val="#wm#"/>
  <p:tag name="KSO_WM_TAG_VERSION" val="3.0"/>
  <p:tag name="KSO_WM_UNIT_ID" val="_3*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i"/>
  <p:tag name="KSO_WM_UNIT_INDEX" val="28"/>
  <p:tag name="KSO_WM_BEAUTIFY_FLAG" val="#wm#"/>
  <p:tag name="KSO_WM_TAG_VERSION" val="3.0"/>
  <p:tag name="KSO_WM_UNIT_ID" val="_3*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i"/>
  <p:tag name="KSO_WM_UNIT_INDEX" val="12"/>
  <p:tag name="KSO_WM_BEAUTIFY_FLAG" val="#wm#"/>
  <p:tag name="KSO_WM_TAG_VERSION" val="3.0"/>
  <p:tag name="KSO_WM_UNIT_ID" val="_3*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27"/>
  <p:tag name="KSO_WM_BEAUTIFY_FLAG" val="#wm#"/>
  <p:tag name="KSO_WM_TAG_VERSION" val="3.0"/>
  <p:tag name="KSO_WM_UNIT_ID" val="_3*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24"/>
  <p:tag name="KSO_WM_BEAUTIFY_FLAG" val="#wm#"/>
  <p:tag name="KSO_WM_TAG_VERSION" val="3.0"/>
  <p:tag name="KSO_WM_UNIT_ID" val="_3*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19"/>
  <p:tag name="KSO_WM_BEAUTIFY_FLAG" val="#wm#"/>
  <p:tag name="KSO_WM_TAG_VERSION" val="3.0"/>
  <p:tag name="KSO_WM_UNIT_ID" val="_3*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i"/>
  <p:tag name="KSO_WM_UNIT_INDEX" val="23"/>
  <p:tag name="KSO_WM_BEAUTIFY_FLAG" val="#wm#"/>
  <p:tag name="KSO_WM_TAG_VERSION" val="3.0"/>
  <p:tag name="KSO_WM_UNIT_ID" val="_3*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i"/>
  <p:tag name="KSO_WM_UNIT_INDEX" val="25"/>
  <p:tag name="KSO_WM_BEAUTIFY_FLAG" val="#wm#"/>
  <p:tag name="KSO_WM_TAG_VERSION" val="3.0"/>
  <p:tag name="KSO_WM_UNIT_ID" val="_3*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TYPE" val="i"/>
  <p:tag name="KSO_WM_UNIT_INDEX" val="20"/>
  <p:tag name="KSO_WM_BEAUTIFY_FLAG" val="#wm#"/>
  <p:tag name="KSO_WM_TAG_VERSION" val="3.0"/>
  <p:tag name="KSO_WM_UNIT_ID" val="_3*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TYPE" val="i"/>
  <p:tag name="KSO_WM_UNIT_INDEX" val="14"/>
  <p:tag name="KSO_WM_BEAUTIFY_FLAG" val="#wm#"/>
  <p:tag name="KSO_WM_TAG_VERSION" val="3.0"/>
  <p:tag name="KSO_WM_UNIT_ID" val="_3*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i"/>
  <p:tag name="KSO_WM_UNIT_INDEX" val="13"/>
  <p:tag name="KSO_WM_BEAUTIFY_FLAG" val="#wm#"/>
  <p:tag name="KSO_WM_TAG_VERSION" val="3.0"/>
  <p:tag name="KSO_WM_UNIT_ID" val="_3*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17"/>
  <p:tag name="KSO_WM_BEAUTIFY_FLAG" val="#wm#"/>
  <p:tag name="KSO_WM_TAG_VERSION" val="3.0"/>
  <p:tag name="KSO_WM_UNIT_ID" val="_3*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i"/>
  <p:tag name="KSO_WM_UNIT_INDEX" val="15"/>
  <p:tag name="KSO_WM_BEAUTIFY_FLAG" val="#wm#"/>
  <p:tag name="KSO_WM_TAG_VERSION" val="3.0"/>
  <p:tag name="KSO_WM_UNIT_ID" val="_3*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TYPE" val="i"/>
  <p:tag name="KSO_WM_UNIT_INDEX" val="11"/>
  <p:tag name="KSO_WM_BEAUTIFY_FLAG" val="#wm#"/>
  <p:tag name="KSO_WM_TAG_VERSION" val="3.0"/>
  <p:tag name="KSO_WM_UNIT_ID" val="_3*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16"/>
  <p:tag name="KSO_WM_BEAUTIFY_FLAG" val="#wm#"/>
  <p:tag name="KSO_WM_TAG_VERSION" val="3.0"/>
  <p:tag name="KSO_WM_UNIT_ID" val="_3*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1"/>
</p:tagLst>
</file>

<file path=ppt/tags/tag8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1"/>
</p:tagLst>
</file>

<file path=ppt/tags/tag89.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6"/>
</p:tagLst>
</file>

<file path=ppt/tags/tag9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27"/>
  <p:tag name="KSO_WM_BEAUTIFY_FLAG" val="#wm#"/>
  <p:tag name="KSO_WM_TAG_VERSION" val="3.0"/>
  <p:tag name="KSO_WM_UNIT_ID" val="_4*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38"/>
  <p:tag name="KSO_WM_BEAUTIFY_FLAG" val="#wm#"/>
  <p:tag name="KSO_WM_TAG_VERSION" val="3.0"/>
  <p:tag name="KSO_WM_UNIT_ID" val="_4*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33"/>
  <p:tag name="KSO_WM_BEAUTIFY_FLAG" val="#wm#"/>
  <p:tag name="KSO_WM_TAG_VERSION" val="3.0"/>
  <p:tag name="KSO_WM_UNIT_ID" val="_4*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32"/>
  <p:tag name="KSO_WM_BEAUTIFY_FLAG" val="#wm#"/>
  <p:tag name="KSO_WM_TAG_VERSION" val="3.0"/>
  <p:tag name="KSO_WM_UNIT_ID" val="_4*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i"/>
  <p:tag name="KSO_WM_UNIT_INDEX" val="28"/>
  <p:tag name="KSO_WM_BEAUTIFY_FLAG" val="#wm#"/>
  <p:tag name="KSO_WM_TAG_VERSION" val="3.0"/>
  <p:tag name="KSO_WM_UNIT_ID" val="_4*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25"/>
  <p:tag name="KSO_WM_BEAUTIFY_FLAG" val="#wm#"/>
  <p:tag name="KSO_WM_TAG_VERSION" val="3.0"/>
  <p:tag name="KSO_WM_UNIT_ID" val="_4*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36"/>
  <p:tag name="KSO_WM_BEAUTIFY_FLAG" val="#wm#"/>
  <p:tag name="KSO_WM_TAG_VERSION" val="3.0"/>
  <p:tag name="KSO_WM_UNIT_ID" val="_4*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7"/>
  <p:tag name="KSO_WM_BEAUTIFY_FLAG" val="#wm#"/>
  <p:tag name="KSO_WM_TAG_VERSION" val="3.0"/>
  <p:tag name="KSO_WM_UNIT_ID" val="_4*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35"/>
  <p:tag name="KSO_WM_BEAUTIFY_FLAG" val="#wm#"/>
  <p:tag name="KSO_WM_TAG_VERSION" val="3.0"/>
  <p:tag name="KSO_WM_UNIT_ID" val="_4*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34"/>
  <p:tag name="KSO_WM_BEAUTIFY_FLAG" val="#wm#"/>
  <p:tag name="KSO_WM_TAG_VERSION" val="3.0"/>
  <p:tag name="KSO_WM_UNIT_ID" val="_4*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31"/>
  <p:tag name="KSO_WM_BEAUTIFY_FLAG" val="#wm#"/>
  <p:tag name="KSO_WM_TAG_VERSION" val="3.0"/>
  <p:tag name="KSO_WM_UNIT_ID" val="_4*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TYPE" val="i"/>
  <p:tag name="KSO_WM_UNIT_INDEX" val="30"/>
  <p:tag name="KSO_WM_BEAUTIFY_FLAG" val="#wm#"/>
  <p:tag name="KSO_WM_TAG_VERSION" val="3.0"/>
  <p:tag name="KSO_WM_UNIT_ID" val="_4*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TYPE" val="i"/>
  <p:tag name="KSO_WM_UNIT_INDEX" val="19"/>
  <p:tag name="KSO_WM_BEAUTIFY_FLAG" val="#wm#"/>
  <p:tag name="KSO_WM_TAG_VERSION" val="3.0"/>
  <p:tag name="KSO_WM_UNIT_ID" val="_4*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TYPE" val="i"/>
  <p:tag name="KSO_WM_UNIT_INDEX" val="17"/>
  <p:tag name="KSO_WM_BEAUTIFY_FLAG" val="#wm#"/>
  <p:tag name="KSO_WM_TAG_VERSION" val="3.0"/>
  <p:tag name="KSO_WM_UNIT_ID" val="_4*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i"/>
  <p:tag name="KSO_WM_UNIT_INDEX" val="14"/>
  <p:tag name="KSO_WM_BEAUTIFY_FLAG" val="#wm#"/>
  <p:tag name="KSO_WM_TAG_VERSION" val="3.0"/>
  <p:tag name="KSO_WM_UNIT_ID" val="_4*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5.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p="http://schemas.openxmlformats.org/presentationml/2006/main">
  <p:tag name="KSO_WM_UNIT_ID" val="_4*i*3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YPE" val="i"/>
  <p:tag name="KSO_WM_UNIT_INDEX" val="38"/>
</p:tagLst>
</file>

<file path=ppt/tags/tag117.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0.xml><?xml version="1.0" encoding="utf-8"?>
<p:tagLst xmlns:p="http://schemas.openxmlformats.org/presentationml/2006/main">
  <p:tag name="KSO_WM_UNIT_TYPE" val="i"/>
  <p:tag name="KSO_WM_UNIT_INDEX" val="24"/>
  <p:tag name="KSO_WM_BEAUTIFY_FLAG" val="#wm#"/>
  <p:tag name="KSO_WM_TAG_VERSION" val="3.0"/>
  <p:tag name="KSO_WM_UNIT_ID" val="_4*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TYPE" val="i"/>
  <p:tag name="KSO_WM_UNIT_INDEX" val="26"/>
  <p:tag name="KSO_WM_BEAUTIFY_FLAG" val="#wm#"/>
  <p:tag name="KSO_WM_TAG_VERSION" val="3.0"/>
  <p:tag name="KSO_WM_UNIT_ID" val="_4*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TYPE" val="i"/>
  <p:tag name="KSO_WM_UNIT_INDEX" val="20"/>
  <p:tag name="KSO_WM_BEAUTIFY_FLAG" val="#wm#"/>
  <p:tag name="KSO_WM_TAG_VERSION" val="3.0"/>
  <p:tag name="KSO_WM_UNIT_ID" val="_4*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TYPE" val="i"/>
  <p:tag name="KSO_WM_UNIT_INDEX" val="21"/>
  <p:tag name="KSO_WM_BEAUTIFY_FLAG" val="#wm#"/>
  <p:tag name="KSO_WM_TAG_VERSION" val="3.0"/>
  <p:tag name="KSO_WM_UNIT_ID" val="_4*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4.xml><?xml version="1.0" encoding="utf-8"?>
<p:tagLst xmlns:p="http://schemas.openxmlformats.org/presentationml/2006/main">
  <p:tag name="KSO_WM_UNIT_TYPE" val="i"/>
  <p:tag name="KSO_WM_UNIT_INDEX" val="16"/>
  <p:tag name="KSO_WM_BEAUTIFY_FLAG" val="#wm#"/>
  <p:tag name="KSO_WM_TAG_VERSION" val="3.0"/>
  <p:tag name="KSO_WM_UNIT_ID" val="_4*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TYPE" val="i"/>
  <p:tag name="KSO_WM_UNIT_INDEX" val="18"/>
  <p:tag name="KSO_WM_BEAUTIFY_FLAG" val="#wm#"/>
  <p:tag name="KSO_WM_TAG_VERSION" val="3.0"/>
  <p:tag name="KSO_WM_UNIT_ID" val="_4*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TYPE" val="i"/>
  <p:tag name="KSO_WM_UNIT_INDEX" val="13"/>
  <p:tag name="KSO_WM_BEAUTIFY_FLAG" val="#wm#"/>
  <p:tag name="KSO_WM_TAG_VERSION" val="3.0"/>
  <p:tag name="KSO_WM_UNIT_ID" val="_4*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TYPE" val="i"/>
  <p:tag name="KSO_WM_UNIT_INDEX" val="15"/>
  <p:tag name="KSO_WM_BEAUTIFY_FLAG" val="#wm#"/>
  <p:tag name="KSO_WM_TAG_VERSION" val="3.0"/>
  <p:tag name="KSO_WM_UNIT_ID" val="_4*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TYPE" val="i"/>
  <p:tag name="KSO_WM_UNIT_INDEX" val="29"/>
  <p:tag name="KSO_WM_BEAUTIFY_FLAG" val="#wm#"/>
  <p:tag name="KSO_WM_TAG_VERSION" val="3.0"/>
  <p:tag name="KSO_WM_UNIT_ID" val="_4*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9.xml><?xml version="1.0" encoding="utf-8"?>
<p:tagLst xmlns:p="http://schemas.openxmlformats.org/presentationml/2006/main">
  <p:tag name="KSO_WM_UNIT_TYPE" val="i"/>
  <p:tag name="KSO_WM_UNIT_INDEX" val="23"/>
  <p:tag name="KSO_WM_BEAUTIFY_FLAG" val="#wm#"/>
  <p:tag name="KSO_WM_TAG_VERSION" val="3.0"/>
  <p:tag name="KSO_WM_UNIT_ID" val="_4*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37.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138.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39.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140.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45.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8.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2.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5.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56.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0.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1.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2.xml><?xml version="1.0" encoding="utf-8"?>
<p:tagLst xmlns:p="http://schemas.openxmlformats.org/presentationml/2006/main">
  <p:tag name="KSO_WM_UNIT_TYPE" val="i"/>
  <p:tag name="KSO_WM_UNIT_INDEX" val="30"/>
  <p:tag name="KSO_WM_BEAUTIFY_FLAG" val="#wm#"/>
  <p:tag name="KSO_WM_TAG_VERSION" val="3.0"/>
  <p:tag name="KSO_WM_UNIT_ID" val="_11*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3.xml><?xml version="1.0" encoding="utf-8"?>
<p:tagLst xmlns:p="http://schemas.openxmlformats.org/presentationml/2006/main">
  <p:tag name="KSO_WM_UNIT_TYPE" val="i"/>
  <p:tag name="KSO_WM_UNIT_INDEX" val="38"/>
  <p:tag name="KSO_WM_BEAUTIFY_FLAG" val="#wm#"/>
  <p:tag name="KSO_WM_TAG_VERSION" val="3.0"/>
  <p:tag name="KSO_WM_UNIT_ID" val="_11*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4.xml><?xml version="1.0" encoding="utf-8"?>
<p:tagLst xmlns:p="http://schemas.openxmlformats.org/presentationml/2006/main">
  <p:tag name="KSO_WM_UNIT_TYPE" val="i"/>
  <p:tag name="KSO_WM_UNIT_INDEX" val="33"/>
  <p:tag name="KSO_WM_BEAUTIFY_FLAG" val="#wm#"/>
  <p:tag name="KSO_WM_TAG_VERSION" val="3.0"/>
  <p:tag name="KSO_WM_UNIT_ID" val="_11*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5.xml><?xml version="1.0" encoding="utf-8"?>
<p:tagLst xmlns:p="http://schemas.openxmlformats.org/presentationml/2006/main">
  <p:tag name="KSO_WM_UNIT_TYPE" val="i"/>
  <p:tag name="KSO_WM_UNIT_INDEX" val="32"/>
  <p:tag name="KSO_WM_BEAUTIFY_FLAG" val="#wm#"/>
  <p:tag name="KSO_WM_TAG_VERSION" val="3.0"/>
  <p:tag name="KSO_WM_UNIT_ID" val="_11*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6.xml><?xml version="1.0" encoding="utf-8"?>
<p:tagLst xmlns:p="http://schemas.openxmlformats.org/presentationml/2006/main">
  <p:tag name="KSO_WM_UNIT_TYPE" val="i"/>
  <p:tag name="KSO_WM_UNIT_INDEX" val="23"/>
  <p:tag name="KSO_WM_BEAUTIFY_FLAG" val="#wm#"/>
  <p:tag name="KSO_WM_TAG_VERSION" val="3.0"/>
  <p:tag name="KSO_WM_UNIT_ID" val="_11*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7.xml><?xml version="1.0" encoding="utf-8"?>
<p:tagLst xmlns:p="http://schemas.openxmlformats.org/presentationml/2006/main">
  <p:tag name="KSO_WM_UNIT_TYPE" val="i"/>
  <p:tag name="KSO_WM_UNIT_INDEX" val="21"/>
  <p:tag name="KSO_WM_BEAUTIFY_FLAG" val="#wm#"/>
  <p:tag name="KSO_WM_TAG_VERSION" val="3.0"/>
  <p:tag name="KSO_WM_UNIT_ID" val="_1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8.xml><?xml version="1.0" encoding="utf-8"?>
<p:tagLst xmlns:p="http://schemas.openxmlformats.org/presentationml/2006/main">
  <p:tag name="KSO_WM_UNIT_TYPE" val="i"/>
  <p:tag name="KSO_WM_UNIT_INDEX" val="36"/>
  <p:tag name="KSO_WM_BEAUTIFY_FLAG" val="#wm#"/>
  <p:tag name="KSO_WM_TAG_VERSION" val="3.0"/>
  <p:tag name="KSO_WM_UNIT_ID" val="_11*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9.xml><?xml version="1.0" encoding="utf-8"?>
<p:tagLst xmlns:p="http://schemas.openxmlformats.org/presentationml/2006/main">
  <p:tag name="KSO_WM_UNIT_TYPE" val="i"/>
  <p:tag name="KSO_WM_UNIT_INDEX" val="37"/>
  <p:tag name="KSO_WM_BEAUTIFY_FLAG" val="#wm#"/>
  <p:tag name="KSO_WM_TAG_VERSION" val="3.0"/>
  <p:tag name="KSO_WM_UNIT_ID" val="_11*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0.xml><?xml version="1.0" encoding="utf-8"?>
<p:tagLst xmlns:p="http://schemas.openxmlformats.org/presentationml/2006/main">
  <p:tag name="KSO_WM_UNIT_TYPE" val="i"/>
  <p:tag name="KSO_WM_UNIT_INDEX" val="35"/>
  <p:tag name="KSO_WM_BEAUTIFY_FLAG" val="#wm#"/>
  <p:tag name="KSO_WM_TAG_VERSION" val="3.0"/>
  <p:tag name="KSO_WM_UNIT_ID" val="_11*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1.xml><?xml version="1.0" encoding="utf-8"?>
<p:tagLst xmlns:p="http://schemas.openxmlformats.org/presentationml/2006/main">
  <p:tag name="KSO_WM_UNIT_TYPE" val="i"/>
  <p:tag name="KSO_WM_UNIT_INDEX" val="34"/>
  <p:tag name="KSO_WM_BEAUTIFY_FLAG" val="#wm#"/>
  <p:tag name="KSO_WM_TAG_VERSION" val="3.0"/>
  <p:tag name="KSO_WM_UNIT_ID" val="_11*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2.xml><?xml version="1.0" encoding="utf-8"?>
<p:tagLst xmlns:p="http://schemas.openxmlformats.org/presentationml/2006/main">
  <p:tag name="KSO_WM_UNIT_TYPE" val="i"/>
  <p:tag name="KSO_WM_UNIT_INDEX" val="29"/>
  <p:tag name="KSO_WM_BEAUTIFY_FLAG" val="#wm#"/>
  <p:tag name="KSO_WM_TAG_VERSION" val="3.0"/>
  <p:tag name="KSO_WM_UNIT_ID" val="_11*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3.xml><?xml version="1.0" encoding="utf-8"?>
<p:tagLst xmlns:p="http://schemas.openxmlformats.org/presentationml/2006/main">
  <p:tag name="KSO_WM_UNIT_TYPE" val="i"/>
  <p:tag name="KSO_WM_UNIT_INDEX" val="26"/>
  <p:tag name="KSO_WM_BEAUTIFY_FLAG" val="#wm#"/>
  <p:tag name="KSO_WM_TAG_VERSION" val="3.0"/>
  <p:tag name="KSO_WM_UNIT_ID" val="_11*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4.xml><?xml version="1.0" encoding="utf-8"?>
<p:tagLst xmlns:p="http://schemas.openxmlformats.org/presentationml/2006/main">
  <p:tag name="KSO_WM_UNIT_TYPE" val="i"/>
  <p:tag name="KSO_WM_UNIT_INDEX" val="18"/>
  <p:tag name="KSO_WM_BEAUTIFY_FLAG" val="#wm#"/>
  <p:tag name="KSO_WM_TAG_VERSION" val="3.0"/>
  <p:tag name="KSO_WM_UNIT_ID" val="_1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5.xml><?xml version="1.0" encoding="utf-8"?>
<p:tagLst xmlns:p="http://schemas.openxmlformats.org/presentationml/2006/main">
  <p:tag name="KSO_WM_UNIT_TYPE" val="i"/>
  <p:tag name="KSO_WM_UNIT_INDEX" val="16"/>
  <p:tag name="KSO_WM_BEAUTIFY_FLAG" val="#wm#"/>
  <p:tag name="KSO_WM_TAG_VERSION" val="3.0"/>
  <p:tag name="KSO_WM_UNIT_ID" val="_1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6.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7.xml><?xml version="1.0" encoding="utf-8"?>
<p:tagLst xmlns:p="http://schemas.openxmlformats.org/presentationml/2006/main">
  <p:tag name="KSO_WM_UNIT_TYPE" val="i"/>
  <p:tag name="KSO_WM_UNIT_INDEX" val="13"/>
  <p:tag name="KSO_WM_BEAUTIFY_FLAG" val="#wm#"/>
  <p:tag name="KSO_WM_TAG_VERSION" val="3.0"/>
  <p:tag name="KSO_WM_UNIT_ID" val="_1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9.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0.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1.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3.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4.xml><?xml version="1.0" encoding="utf-8"?>
<p:tagLst xmlns:p="http://schemas.openxmlformats.org/presentationml/2006/main">
  <p:tag name="KSO_WM_UNIT_ID" val="_11*i*3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YPE" val="i"/>
  <p:tag name="KSO_WM_UNIT_INDEX" val="38"/>
</p:tagLst>
</file>

<file path=ppt/tags/tag185.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6.xml><?xml version="1.0" encoding="utf-8"?>
<p:tagLst xmlns:p="http://schemas.openxmlformats.org/presentationml/2006/main">
  <p:tag name="KSO_WM_UNIT_TYPE" val="i"/>
  <p:tag name="KSO_WM_UNIT_INDEX" val="14"/>
  <p:tag name="KSO_WM_BEAUTIFY_FLAG" val="#wm#"/>
  <p:tag name="KSO_WM_TAG_VERSION" val="3.0"/>
  <p:tag name="KSO_WM_UNIT_ID" val="_1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7.xml><?xml version="1.0" encoding="utf-8"?>
<p:tagLst xmlns:p="http://schemas.openxmlformats.org/presentationml/2006/main">
  <p:tag name="KSO_WM_UNIT_TYPE" val="i"/>
  <p:tag name="KSO_WM_UNIT_INDEX" val="15"/>
  <p:tag name="KSO_WM_BEAUTIFY_FLAG" val="#wm#"/>
  <p:tag name="KSO_WM_TAG_VERSION" val="3.0"/>
  <p:tag name="KSO_WM_UNIT_ID" val="_1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8.xml><?xml version="1.0" encoding="utf-8"?>
<p:tagLst xmlns:p="http://schemas.openxmlformats.org/presentationml/2006/main">
  <p:tag name="KSO_WM_UNIT_TYPE" val="i"/>
  <p:tag name="KSO_WM_UNIT_INDEX" val="27"/>
  <p:tag name="KSO_WM_BEAUTIFY_FLAG" val="#wm#"/>
  <p:tag name="KSO_WM_TAG_VERSION" val="3.0"/>
  <p:tag name="KSO_WM_UNIT_ID" val="_11*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9.xml><?xml version="1.0" encoding="utf-8"?>
<p:tagLst xmlns:p="http://schemas.openxmlformats.org/presentationml/2006/main">
  <p:tag name="KSO_WM_UNIT_TYPE" val="i"/>
  <p:tag name="KSO_WM_UNIT_INDEX" val="28"/>
  <p:tag name="KSO_WM_BEAUTIFY_FLAG" val="#wm#"/>
  <p:tag name="KSO_WM_TAG_VERSION" val="3.0"/>
  <p:tag name="KSO_WM_UNIT_ID" val="_11*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0.xml><?xml version="1.0" encoding="utf-8"?>
<p:tagLst xmlns:p="http://schemas.openxmlformats.org/presentationml/2006/main">
  <p:tag name="KSO_WM_UNIT_TYPE" val="i"/>
  <p:tag name="KSO_WM_UNIT_INDEX" val="24"/>
  <p:tag name="KSO_WM_BEAUTIFY_FLAG" val="#wm#"/>
  <p:tag name="KSO_WM_TAG_VERSION" val="3.0"/>
  <p:tag name="KSO_WM_UNIT_ID" val="_11*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1.xml><?xml version="1.0" encoding="utf-8"?>
<p:tagLst xmlns:p="http://schemas.openxmlformats.org/presentationml/2006/main">
  <p:tag name="KSO_WM_UNIT_TYPE" val="i"/>
  <p:tag name="KSO_WM_UNIT_INDEX" val="25"/>
  <p:tag name="KSO_WM_BEAUTIFY_FLAG" val="#wm#"/>
  <p:tag name="KSO_WM_TAG_VERSION" val="3.0"/>
  <p:tag name="KSO_WM_UNIT_ID" val="_11*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2.xml><?xml version="1.0" encoding="utf-8"?>
<p:tagLst xmlns:p="http://schemas.openxmlformats.org/presentationml/2006/main">
  <p:tag name="KSO_WM_UNIT_TYPE" val="i"/>
  <p:tag name="KSO_WM_UNIT_INDEX" val="20"/>
  <p:tag name="KSO_WM_BEAUTIFY_FLAG" val="#wm#"/>
  <p:tag name="KSO_WM_TAG_VERSION" val="3.0"/>
  <p:tag name="KSO_WM_UNIT_ID" val="_1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3.xml><?xml version="1.0" encoding="utf-8"?>
<p:tagLst xmlns:p="http://schemas.openxmlformats.org/presentationml/2006/main">
  <p:tag name="KSO_WM_UNIT_TYPE" val="i"/>
  <p:tag name="KSO_WM_UNIT_INDEX" val="22"/>
  <p:tag name="KSO_WM_BEAUTIFY_FLAG" val="#wm#"/>
  <p:tag name="KSO_WM_TAG_VERSION" val="3.0"/>
  <p:tag name="KSO_WM_UNIT_ID" val="_1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4.xml><?xml version="1.0" encoding="utf-8"?>
<p:tagLst xmlns:p="http://schemas.openxmlformats.org/presentationml/2006/main">
  <p:tag name="KSO_WM_UNIT_TYPE" val="i"/>
  <p:tag name="KSO_WM_UNIT_INDEX" val="17"/>
  <p:tag name="KSO_WM_BEAUTIFY_FLAG" val="#wm#"/>
  <p:tag name="KSO_WM_TAG_VERSION" val="3.0"/>
  <p:tag name="KSO_WM_UNIT_ID" val="_1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5.xml><?xml version="1.0" encoding="utf-8"?>
<p:tagLst xmlns:p="http://schemas.openxmlformats.org/presentationml/2006/main">
  <p:tag name="KSO_WM_UNIT_TYPE" val="i"/>
  <p:tag name="KSO_WM_UNIT_INDEX" val="19"/>
  <p:tag name="KSO_WM_BEAUTIFY_FLAG" val="#wm#"/>
  <p:tag name="KSO_WM_TAG_VERSION" val="3.0"/>
  <p:tag name="KSO_WM_UNIT_ID" val="_1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6.xml><?xml version="1.0" encoding="utf-8"?>
<p:tagLst xmlns:p="http://schemas.openxmlformats.org/presentationml/2006/main">
  <p:tag name="KSO_WM_UNIT_TYPE" val="i"/>
  <p:tag name="KSO_WM_UNIT_INDEX" val="31"/>
  <p:tag name="KSO_WM_BEAUTIFY_FLAG" val="#wm#"/>
  <p:tag name="KSO_WM_TAG_VERSION" val="3.0"/>
  <p:tag name="KSO_WM_UNIT_ID" val="_11*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7.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8.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6"/>
</p:tagLst>
</file>

<file path=ppt/tags/tag19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9"/>
</p:tagLst>
</file>

<file path=ppt/tags/tag20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2.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3.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3"/>
</p:tagLst>
</file>

<file path=ppt/tags/tag20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205.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580"/>
</p:tagLst>
</file>

<file path=ppt/tags/tag206.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50"/>
  <p:tag name="KSO_WM_TEMPLATE_CATEGORY" val="custom"/>
  <p:tag name="KSO_WM_TEMPLATE_INDEX" val="20238580"/>
</p:tagLst>
</file>

<file path=ppt/tags/tag20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0.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1.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2.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3.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4.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5.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6.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7.xml><?xml version="1.0" encoding="utf-8"?>
<p:tagLst xmlns:p="http://schemas.openxmlformats.org/presentationml/2006/main">
  <p:tag name="KSO_WM_UNIT_TYPE" val="i"/>
  <p:tag name="KSO_WM_UNIT_INDEX" val="8"/>
  <p:tag name="KSO_WM_BEAUTIFY_FLAG" val="#wm#"/>
  <p:tag name="KSO_WM_TAG_VERSION" val="3.0"/>
  <p:tag name="KSO_WM_UNIT_ID" val="_0*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8.xml><?xml version="1.0" encoding="utf-8"?>
<p:tagLst xmlns:p="http://schemas.openxmlformats.org/presentationml/2006/main">
  <p:tag name="KSO_WM_UNIT_TYPE" val="i"/>
  <p:tag name="KSO_WM_UNIT_INDEX" val="9"/>
  <p:tag name="KSO_WM_BEAUTIFY_FLAG" val="#wm#"/>
  <p:tag name="KSO_WM_TAG_VERSION" val="3.0"/>
  <p:tag name="KSO_WM_UNIT_ID" val="_0*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9.xml><?xml version="1.0" encoding="utf-8"?>
<p:tagLst xmlns:p="http://schemas.openxmlformats.org/presentationml/2006/main">
  <p:tag name="KSO_WM_UNIT_TYPE" val="i"/>
  <p:tag name="KSO_WM_UNIT_INDEX" val="10"/>
  <p:tag name="KSO_WM_BEAUTIFY_FLAG" val="#wm#"/>
  <p:tag name="KSO_WM_TAG_VERSION" val="3.0"/>
  <p:tag name="KSO_WM_UNIT_ID" val="_0*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0.xml><?xml version="1.0" encoding="utf-8"?>
<p:tagLst xmlns:p="http://schemas.openxmlformats.org/presentationml/2006/main">
  <p:tag name="KSO_WM_UNIT_TYPE" val="i"/>
  <p:tag name="KSO_WM_UNIT_INDEX" val="11"/>
  <p:tag name="KSO_WM_BEAUTIFY_FLAG" val="#wm#"/>
  <p:tag name="KSO_WM_TAG_VERSION" val="3.0"/>
  <p:tag name="KSO_WM_UNIT_ID" val="_0*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1.xml><?xml version="1.0" encoding="utf-8"?>
<p:tagLst xmlns:p="http://schemas.openxmlformats.org/presentationml/2006/main">
  <p:tag name="KSO_WM_UNIT_TYPE" val="i"/>
  <p:tag name="KSO_WM_UNIT_INDEX" val="12"/>
  <p:tag name="KSO_WM_BEAUTIFY_FLAG" val="#wm#"/>
  <p:tag name="KSO_WM_TAG_VERSION" val="3.0"/>
  <p:tag name="KSO_WM_UNIT_ID" val="_0*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2.xml><?xml version="1.0" encoding="utf-8"?>
<p:tagLst xmlns:p="http://schemas.openxmlformats.org/presentationml/2006/main">
  <p:tag name="KSO_WM_UNIT_TYPE" val="i"/>
  <p:tag name="KSO_WM_UNIT_INDEX" val="13"/>
  <p:tag name="KSO_WM_BEAUTIFY_FLAG" val="#wm#"/>
  <p:tag name="KSO_WM_TAG_VERSION" val="3.0"/>
  <p:tag name="KSO_WM_UNIT_ID" val="_0*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3.xml><?xml version="1.0" encoding="utf-8"?>
<p:tagLst xmlns:p="http://schemas.openxmlformats.org/presentationml/2006/main">
  <p:tag name="KSO_WM_UNIT_TYPE" val="i"/>
  <p:tag name="KSO_WM_UNIT_INDEX" val="14"/>
  <p:tag name="KSO_WM_BEAUTIFY_FLAG" val="#wm#"/>
  <p:tag name="KSO_WM_TAG_VERSION" val="3.0"/>
  <p:tag name="KSO_WM_UNIT_ID" val="_0*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4.xml><?xml version="1.0" encoding="utf-8"?>
<p:tagLst xmlns:p="http://schemas.openxmlformats.org/presentationml/2006/main">
  <p:tag name="KSO_WM_UNIT_TYPE" val="i"/>
  <p:tag name="KSO_WM_UNIT_INDEX" val="15"/>
  <p:tag name="KSO_WM_BEAUTIFY_FLAG" val="#wm#"/>
  <p:tag name="KSO_WM_TAG_VERSION" val="3.0"/>
  <p:tag name="KSO_WM_UNIT_ID" val="_0*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5.xml><?xml version="1.0" encoding="utf-8"?>
<p:tagLst xmlns:p="http://schemas.openxmlformats.org/presentationml/2006/main">
  <p:tag name="KSO_WM_UNIT_TYPE" val="i"/>
  <p:tag name="KSO_WM_UNIT_INDEX" val="16"/>
  <p:tag name="KSO_WM_BEAUTIFY_FLAG" val="#wm#"/>
  <p:tag name="KSO_WM_TAG_VERSION" val="3.0"/>
  <p:tag name="KSO_WM_UNIT_ID" val="_0*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6.xml><?xml version="1.0" encoding="utf-8"?>
<p:tagLst xmlns:p="http://schemas.openxmlformats.org/presentationml/2006/main">
  <p:tag name="KSO_WM_UNIT_TYPE" val="i"/>
  <p:tag name="KSO_WM_UNIT_INDEX" val="17"/>
  <p:tag name="KSO_WM_BEAUTIFY_FLAG" val="#wm#"/>
  <p:tag name="KSO_WM_TAG_VERSION" val="3.0"/>
  <p:tag name="KSO_WM_UNIT_ID" val="_0*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7.xml><?xml version="1.0" encoding="utf-8"?>
<p:tagLst xmlns:p="http://schemas.openxmlformats.org/presentationml/2006/main">
  <p:tag name="KSO_WM_UNIT_TYPE" val="i"/>
  <p:tag name="KSO_WM_UNIT_INDEX" val="18"/>
  <p:tag name="KSO_WM_BEAUTIFY_FLAG" val="#wm#"/>
  <p:tag name="KSO_WM_TAG_VERSION" val="3.0"/>
  <p:tag name="KSO_WM_UNIT_ID" val="_0*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8.xml><?xml version="1.0" encoding="utf-8"?>
<p:tagLst xmlns:p="http://schemas.openxmlformats.org/presentationml/2006/main">
  <p:tag name="KSO_WM_UNIT_TYPE" val="i"/>
  <p:tag name="KSO_WM_UNIT_INDEX" val="19"/>
  <p:tag name="KSO_WM_BEAUTIFY_FLAG" val="#wm#"/>
  <p:tag name="KSO_WM_TAG_VERSION" val="3.0"/>
  <p:tag name="KSO_WM_UNIT_ID" val="_0*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9.xml><?xml version="1.0" encoding="utf-8"?>
<p:tagLst xmlns:p="http://schemas.openxmlformats.org/presentationml/2006/main">
  <p:tag name="KSO_WM_UNIT_TYPE" val="i"/>
  <p:tag name="KSO_WM_UNIT_INDEX" val="20"/>
  <p:tag name="KSO_WM_BEAUTIFY_FLAG" val="#wm#"/>
  <p:tag name="KSO_WM_TAG_VERSION" val="3.0"/>
  <p:tag name="KSO_WM_UNIT_ID" val="_0*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0.xml><?xml version="1.0" encoding="utf-8"?>
<p:tagLst xmlns:p="http://schemas.openxmlformats.org/presentationml/2006/main">
  <p:tag name="KSO_WM_UNIT_TYPE" val="i"/>
  <p:tag name="KSO_WM_UNIT_INDEX" val="21"/>
  <p:tag name="KSO_WM_BEAUTIFY_FLAG" val="#wm#"/>
  <p:tag name="KSO_WM_TAG_VERSION" val="3.0"/>
  <p:tag name="KSO_WM_UNIT_ID" val="_0*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1.xml><?xml version="1.0" encoding="utf-8"?>
<p:tagLst xmlns:p="http://schemas.openxmlformats.org/presentationml/2006/main">
  <p:tag name="KSO_WM_UNIT_TYPE" val="i"/>
  <p:tag name="KSO_WM_UNIT_INDEX" val="22"/>
  <p:tag name="KSO_WM_BEAUTIFY_FLAG" val="#wm#"/>
  <p:tag name="KSO_WM_TAG_VERSION" val="3.0"/>
  <p:tag name="KSO_WM_UNIT_ID" val="_0*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2.xml><?xml version="1.0" encoding="utf-8"?>
<p:tagLst xmlns:p="http://schemas.openxmlformats.org/presentationml/2006/main">
  <p:tag name="KSO_WM_UNIT_TYPE" val="i"/>
  <p:tag name="KSO_WM_UNIT_INDEX" val="23"/>
  <p:tag name="KSO_WM_BEAUTIFY_FLAG" val="#wm#"/>
  <p:tag name="KSO_WM_TAG_VERSION" val="3.0"/>
  <p:tag name="KSO_WM_UNIT_ID" val="_0*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3.xml><?xml version="1.0" encoding="utf-8"?>
<p:tagLst xmlns:p="http://schemas.openxmlformats.org/presentationml/2006/main">
  <p:tag name="KSO_WM_UNIT_TYPE" val="i"/>
  <p:tag name="KSO_WM_UNIT_INDEX" val="24"/>
  <p:tag name="KSO_WM_BEAUTIFY_FLAG" val="#wm#"/>
  <p:tag name="KSO_WM_TAG_VERSION" val="3.0"/>
  <p:tag name="KSO_WM_UNIT_ID" val="_0*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4.xml><?xml version="1.0" encoding="utf-8"?>
<p:tagLst xmlns:p="http://schemas.openxmlformats.org/presentationml/2006/main">
  <p:tag name="KSO_WM_UNIT_TYPE" val="i"/>
  <p:tag name="KSO_WM_UNIT_INDEX" val="25"/>
  <p:tag name="KSO_WM_BEAUTIFY_FLAG" val="#wm#"/>
  <p:tag name="KSO_WM_TAG_VERSION" val="3.0"/>
  <p:tag name="KSO_WM_UNIT_ID" val="_0*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5.xml><?xml version="1.0" encoding="utf-8"?>
<p:tagLst xmlns:p="http://schemas.openxmlformats.org/presentationml/2006/main">
  <p:tag name="KSO_WM_UNIT_TYPE" val="i"/>
  <p:tag name="KSO_WM_UNIT_INDEX" val="26"/>
  <p:tag name="KSO_WM_BEAUTIFY_FLAG" val="#wm#"/>
  <p:tag name="KSO_WM_TAG_VERSION" val="3.0"/>
  <p:tag name="KSO_WM_UNIT_ID" val="_0*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6.xml><?xml version="1.0" encoding="utf-8"?>
<p:tagLst xmlns:p="http://schemas.openxmlformats.org/presentationml/2006/main">
  <p:tag name="KSO_WM_UNIT_TYPE" val="i"/>
  <p:tag name="KSO_WM_UNIT_INDEX" val="27"/>
  <p:tag name="KSO_WM_BEAUTIFY_FLAG" val="#wm#"/>
  <p:tag name="KSO_WM_TAG_VERSION" val="3.0"/>
  <p:tag name="KSO_WM_UNIT_ID" val="_0*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7.xml><?xml version="1.0" encoding="utf-8"?>
<p:tagLst xmlns:p="http://schemas.openxmlformats.org/presentationml/2006/main">
  <p:tag name="KSO_WM_UNIT_TYPE" val="i"/>
  <p:tag name="KSO_WM_UNIT_INDEX" val="28"/>
  <p:tag name="KSO_WM_BEAUTIFY_FLAG" val="#wm#"/>
  <p:tag name="KSO_WM_TAG_VERSION" val="3.0"/>
  <p:tag name="KSO_WM_UNIT_ID" val="_0*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8.xml><?xml version="1.0" encoding="utf-8"?>
<p:tagLst xmlns:p="http://schemas.openxmlformats.org/presentationml/2006/main">
  <p:tag name="KSO_WM_UNIT_TYPE" val="i"/>
  <p:tag name="KSO_WM_UNIT_INDEX" val="29"/>
  <p:tag name="KSO_WM_BEAUTIFY_FLAG" val="#wm#"/>
  <p:tag name="KSO_WM_TAG_VERSION" val="3.0"/>
  <p:tag name="KSO_WM_UNIT_ID" val="_0*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9.xml><?xml version="1.0" encoding="utf-8"?>
<p:tagLst xmlns:p="http://schemas.openxmlformats.org/presentationml/2006/main">
  <p:tag name="KSO_WM_UNIT_TYPE" val="i"/>
  <p:tag name="KSO_WM_UNIT_INDEX" val="30"/>
  <p:tag name="KSO_WM_BEAUTIFY_FLAG" val="#wm#"/>
  <p:tag name="KSO_WM_TAG_VERSION" val="3.0"/>
  <p:tag name="KSO_WM_UNIT_ID" val="_0*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0.xml><?xml version="1.0" encoding="utf-8"?>
<p:tagLst xmlns:p="http://schemas.openxmlformats.org/presentationml/2006/main">
  <p:tag name="KSO_WM_UNIT_TYPE" val="i"/>
  <p:tag name="KSO_WM_UNIT_INDEX" val="31"/>
  <p:tag name="KSO_WM_BEAUTIFY_FLAG" val="#wm#"/>
  <p:tag name="KSO_WM_TAG_VERSION" val="3.0"/>
  <p:tag name="KSO_WM_UNIT_ID" val="_0*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1.xml><?xml version="1.0" encoding="utf-8"?>
<p:tagLst xmlns:p="http://schemas.openxmlformats.org/presentationml/2006/main">
  <p:tag name="KSO_WM_UNIT_TYPE" val="i"/>
  <p:tag name="KSO_WM_UNIT_INDEX" val="32"/>
  <p:tag name="KSO_WM_BEAUTIFY_FLAG" val="#wm#"/>
  <p:tag name="KSO_WM_TAG_VERSION" val="3.0"/>
  <p:tag name="KSO_WM_UNIT_ID" val="_0*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2.xml><?xml version="1.0" encoding="utf-8"?>
<p:tagLst xmlns:p="http://schemas.openxmlformats.org/presentationml/2006/main">
  <p:tag name="KSO_WM_UNIT_TYPE" val="i"/>
  <p:tag name="KSO_WM_UNIT_INDEX" val="33"/>
  <p:tag name="KSO_WM_BEAUTIFY_FLAG" val="#wm#"/>
  <p:tag name="KSO_WM_TAG_VERSION" val="3.0"/>
  <p:tag name="KSO_WM_UNIT_ID" val="_0*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3.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80"/>
  <p:tag name="KSO_WM_TEMPLATE_CATEGORY" val="custom"/>
  <p:tag name="KSO_WM_TEMPLATE_MASTER_TYPE" val="0"/>
</p:tagLst>
</file>

<file path=ppt/tags/tag244.xml><?xml version="1.0" encoding="utf-8"?>
<p:tagLst xmlns:p="http://schemas.openxmlformats.org/presentationml/2006/main">
  <p:tag name="KSO_WM_UNIT_TYPE" val="a"/>
  <p:tag name="KSO_WM_UNIT_INDEX" val="1"/>
  <p:tag name="KSO_WM_BEAUTIFY_FLAG" val="#wm#"/>
  <p:tag name="KSO_WM_TAG_VERSION" val="3.0"/>
  <p:tag name="KSO_WM_UNIT_ID" val="custom20238580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14"/>
  <p:tag name="KSO_WM_UNIT_PRESET_TEXT" val="单击此处&#10;添加文档标题"/>
  <p:tag name="KSO_WM_UNIT_TEXT_TYPE" val="1"/>
</p:tagLst>
</file>

<file path=ppt/tags/tag245.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580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10"/>
</p:tagLst>
</file>

<file path=ppt/tags/tag246.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247.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858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Lst>
</file>

<file path=ppt/tags/tag248.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DIAGRAM_MAX_ITEMCNT" val="6"/>
  <p:tag name="KSO_WM_DIAGRAM_MIN_ITEMCNT" val="2"/>
  <p:tag name="KSO_WM_DIAGRAM_VIRTUALLY_FRAME" val="{&quot;height&quot;:344.7167053222656,&quot;left&quot;:413.5917323219119,&quot;top&quot;:98.51137174831601,&quot;width&quot;:489.29125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49.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344.7167053222656,&quot;left&quot;:413.5917323219119,&quot;top&quot;:98.51137174831601,&quot;width&quot;:489.29125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250.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DIAGRAM_MAX_ITEMCNT" val="6"/>
  <p:tag name="KSO_WM_DIAGRAM_MIN_ITEMCNT" val="2"/>
  <p:tag name="KSO_WM_DIAGRAM_VIRTUALLY_FRAME" val="{&quot;height&quot;:344.7167053222656,&quot;left&quot;:413.5917323219119,&quot;top&quot;:98.51137174831601,&quot;width&quot;:489.29125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51.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344.7167053222656,&quot;left&quot;:413.5917323219119,&quot;top&quot;:98.51137174831601,&quot;width&quot;:489.29125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252.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DIAGRAM_MAX_ITEMCNT" val="6"/>
  <p:tag name="KSO_WM_DIAGRAM_MIN_ITEMCNT" val="2"/>
  <p:tag name="KSO_WM_DIAGRAM_VIRTUALLY_FRAME" val="{&quot;height&quot;:344.7167053222656,&quot;left&quot;:413.5917323219119,&quot;top&quot;:98.51137174831601,&quot;width&quot;:489.29125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53.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344.7167053222656,&quot;left&quot;:413.5917323219119,&quot;top&quot;:98.51137174831601,&quot;width&quot;:489.29125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254.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8580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Lst>
</file>

<file path=ppt/tags/tag255.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 name="KSO_WM_SLIDE_THEME_ID" val="3332085"/>
  <p:tag name="KSO_WM_SLIDE_THEME_NAME" val="极简抽象圆线职场办公"/>
</p:tagLst>
</file>

<file path=ppt/tags/tag256.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257.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25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80"/>
  <p:tag name="KSO_WM_TEMPLATE_CATEGORY" val="custom"/>
  <p:tag name="KSO_WM_SLIDE_INDEX" val="7"/>
  <p:tag name="KSO_WM_SLIDE_ID" val="custom20238580_7"/>
  <p:tag name="KSO_WM_TEMPLATE_MASTER_TYPE" val="0"/>
  <p:tag name="KSO_WM_SLIDE_LAYOUT" val="a_e"/>
  <p:tag name="KSO_WM_SLIDE_LAYOUT_CNT" val="1_1"/>
</p:tagLst>
</file>

<file path=ppt/tags/tag25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custom20235031_1*f*1"/>
  <p:tag name="KSO_WM_TEMPLATE_CATEGORY" val="custom"/>
  <p:tag name="KSO_WM_TEMPLATE_INDEX" val="20235031"/>
  <p:tag name="KSO_WM_UNIT_LAYERLEVEL" val="1"/>
  <p:tag name="KSO_WM_TAG_VERSION" val="3.0"/>
  <p:tag name="KSO_WM_BEAUTIFY_FLAG" val="#wm#"/>
  <p:tag name="KSO_WM_UNIT_VALUE" val="92"/>
  <p:tag name="KSO_WM_UNIT_TEXT_TYPE" val="1"/>
  <p:tag name="KSO_WM_UNIT_TEXT_LAYER_COUNT" val="1"/>
  <p:tag name="KSO_WM_UNIT_PRESET_TEXT" val="单击输入项正文，文字是您思想的提炼，请尽量言简意赅的阐述观点。单击此处输入项正文，文字是您思想的提炼，请尽量言简意赅的阐述观点。单击输入项正文，文字是您思想的提炼"/>
  <p:tag name="KSO_WM_UNIT_TEXT_FILL_FORE_SCHEMECOLOR_INDEX" val="13"/>
  <p:tag name="KSO_WM_UNIT_TEXT_FILL_TYPE" val="1"/>
  <p:tag name="KSO_WM_UNIT_USESOURCEFORMAT_APPLY" val="0"/>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113_3*l_h_i*1_1_2"/>
  <p:tag name="KSO_WM_TEMPLATE_CATEGORY" val="diagram"/>
  <p:tag name="KSO_WM_TEMPLATE_INDEX" val="20233113"/>
  <p:tag name="KSO_WM_UNIT_LAYERLEVEL" val="1_1_1"/>
  <p:tag name="KSO_WM_TAG_VERSION" val="3.0"/>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0"/>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113_3*l_h_i*1_1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TYPE" val="1"/>
  <p:tag name="KSO_WM_BEAUTIFY_FLAG" val="#wm#"/>
  <p:tag name="KSO_WM_UNIT_FILL_TYPE" val="1"/>
  <p:tag name="KSO_WM_UNIT_FILL_FORE_SCHEMECOLOR_INDEX" val="5"/>
  <p:tag name="KSO_WM_UNIT_FILL_FORE_SCHEMECOLOR_INDEX_BRIGHTNESS" val="0"/>
  <p:tag name="KSO_WM_UNIT_USESOURCEFORMAT_APPLY" val="0"/>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13_3*l_h_f*1_1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2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13_3*l_h_a*1_1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添加标题"/>
  <p:tag name="KSO_WM_UNIT_TEXT_FILL_FORE_SCHEMECOLOR_INDEX" val="1"/>
  <p:tag name="KSO_WM_UNIT_TEXT_FILL_TYPE" val="1"/>
  <p:tag name="KSO_WM_UNIT_USESOURCEFORMAT_APPLY" val="0"/>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113_3*l_h_i*1_2_2"/>
  <p:tag name="KSO_WM_TEMPLATE_CATEGORY" val="diagram"/>
  <p:tag name="KSO_WM_TEMPLATE_INDEX" val="20233113"/>
  <p:tag name="KSO_WM_UNIT_LAYERLEVEL" val="1_1_1"/>
  <p:tag name="KSO_WM_TAG_VERSION" val="3.0"/>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0"/>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113_3*l_h_i*1_2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TYPE" val="1"/>
  <p:tag name="KSO_WM_BEAUTIFY_FLAG" val="#wm#"/>
  <p:tag name="KSO_WM_UNIT_FILL_TYPE" val="1"/>
  <p:tag name="KSO_WM_UNIT_FILL_FORE_SCHEMECOLOR_INDEX" val="5"/>
  <p:tag name="KSO_WM_UNIT_FILL_FORE_SCHEMECOLOR_INDEX_BRIGHTNESS" val="0"/>
  <p:tag name="KSO_WM_UNIT_USESOURCEFORMAT_APPLY" val="0"/>
</p:tagLst>
</file>

<file path=ppt/tags/tag2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13_3*l_h_f*1_2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2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13_3*l_h_a*1_2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添加标题"/>
  <p:tag name="KSO_WM_UNIT_TEXT_FILL_FORE_SCHEMECOLOR_INDEX" val="1"/>
  <p:tag name="KSO_WM_UNIT_TEXT_FILL_TYPE" val="1"/>
  <p:tag name="KSO_WM_UNIT_USESOURCEFORMAT_APPLY" val="0"/>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3113_3*l_h_i*1_3_2"/>
  <p:tag name="KSO_WM_TEMPLATE_CATEGORY" val="diagram"/>
  <p:tag name="KSO_WM_TEMPLATE_INDEX" val="20233113"/>
  <p:tag name="KSO_WM_UNIT_LAYERLEVEL" val="1_1_1"/>
  <p:tag name="KSO_WM_TAG_VERSION" val="3.0"/>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0"/>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113_3*l_h_i*1_3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TYPE" val="1"/>
  <p:tag name="KSO_WM_BEAUTIFY_FLAG" val="#wm#"/>
  <p:tag name="KSO_WM_UNIT_FILL_TYPE" val="1"/>
  <p:tag name="KSO_WM_UNIT_FILL_FORE_SCHEMECOLOR_INDEX" val="5"/>
  <p:tag name="KSO_WM_UNIT_FILL_FORE_SCHEMECOLOR_INDEX_BRIGHTNESS" val="0"/>
  <p:tag name="KSO_WM_UNIT_USESOURCEFORMAT_APPLY" val="0"/>
</p:tagLst>
</file>

<file path=ppt/tags/tag2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13_3*l_h_f*1_3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27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13_3*l_h_a*1_3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添加标题"/>
  <p:tag name="KSO_WM_UNIT_TEXT_FILL_FORE_SCHEMECOLOR_INDEX" val="1"/>
  <p:tag name="KSO_WM_UNIT_TEXT_FILL_TYPE" val="1"/>
  <p:tag name="KSO_WM_UNIT_USESOURCEFORMAT_APPLY" val="0"/>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3113_3*l_h_i*1_4_2"/>
  <p:tag name="KSO_WM_TEMPLATE_CATEGORY" val="diagram"/>
  <p:tag name="KSO_WM_TEMPLATE_INDEX" val="20233113"/>
  <p:tag name="KSO_WM_UNIT_LAYERLEVEL" val="1_1_1"/>
  <p:tag name="KSO_WM_TAG_VERSION" val="3.0"/>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0"/>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3113_3*l_h_i*1_4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TYPE" val="1"/>
  <p:tag name="KSO_WM_BEAUTIFY_FLAG" val="#wm#"/>
  <p:tag name="KSO_WM_UNIT_FILL_TYPE" val="1"/>
  <p:tag name="KSO_WM_UNIT_FILL_FORE_SCHEMECOLOR_INDEX" val="5"/>
  <p:tag name="KSO_WM_UNIT_FILL_FORE_SCHEMECOLOR_INDEX_BRIGHTNESS" val="0"/>
  <p:tag name="KSO_WM_UNIT_USESOURCEFORMAT_APPLY" val="0"/>
</p:tagLst>
</file>

<file path=ppt/tags/tag2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113_3*l_h_f*1_4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0"/>
</p:tagLst>
</file>

<file path=ppt/tags/tag2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113_3*l_h_a*1_4_1"/>
  <p:tag name="KSO_WM_TEMPLATE_CATEGORY" val="diagram"/>
  <p:tag name="KSO_WM_TEMPLATE_INDEX" val="20233113"/>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249.45,&quot;left&quot;:54.250006103515624,&quot;top&quot;:224.15,&quot;width&quot;:851.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添加标题"/>
  <p:tag name="KSO_WM_UNIT_TEXT_FILL_FORE_SCHEMECOLOR_INDEX" val="1"/>
  <p:tag name="KSO_WM_UNIT_TEXT_FILL_TYPE" val="1"/>
  <p:tag name="KSO_WM_UNIT_USESOURCEFORMAT_APPLY" val="0"/>
</p:tagLst>
</file>

<file path=ppt/tags/tag2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031_1*a*1"/>
  <p:tag name="KSO_WM_TEMPLATE_CATEGORY" val="custom"/>
  <p:tag name="KSO_WM_TEMPLATE_INDEX" val="20235031"/>
  <p:tag name="KSO_WM_UNIT_LAYERLEVEL" val="1"/>
  <p:tag name="KSO_WM_TAG_VERSION" val="3.0"/>
  <p:tag name="KSO_WM_BEAUTIFY_FLAG" val="#wm#"/>
  <p:tag name="KSO_WM_UNIT_VALUE" val="29"/>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77.xml><?xml version="1.0" encoding="utf-8"?>
<p:tagLst xmlns:p="http://schemas.openxmlformats.org/presentationml/2006/main">
  <p:tag name="KSO_WM_SLIDE_ID" val="custom20235031_1"/>
  <p:tag name="KSO_WM_TEMPLATE_SUBCATEGORY" val="0"/>
  <p:tag name="KSO_WM_TEMPLATE_MASTER_TYPE" val="0"/>
  <p:tag name="KSO_WM_TEMPLATE_COLOR_TYPE" val="0"/>
  <p:tag name="KSO_WM_SLIDE_TYPE" val="text"/>
  <p:tag name="KSO_WM_SLIDE_SUBTYPE" val="picTxt"/>
  <p:tag name="KSO_WM_SLIDE_ITEM_CNT" val="4"/>
  <p:tag name="KSO_WM_SLIDE_INDEX" val="1"/>
  <p:tag name="KSO_WM_SLIDE_SIZE" val="850.5*249.45"/>
  <p:tag name="KSO_WM_SLIDE_POSITION" val="54.65*224.15"/>
  <p:tag name="KSO_WM_DIAGRAM_GROUP_CODE" val="l1-1"/>
  <p:tag name="KSO_WM_SLIDE_DIAGTYPE" val="l"/>
  <p:tag name="KSO_WM_TAG_VERSION" val="3.0"/>
  <p:tag name="KSO_WM_BEAUTIFY_FLAG" val="#wm#"/>
  <p:tag name="KSO_WM_TEMPLATE_CATEGORY" val="custom"/>
  <p:tag name="KSO_WM_TEMPLATE_INDEX" val="20238580"/>
  <p:tag name="KSO_WM_SLIDE_LAYOUT" val="a_f_l"/>
  <p:tag name="KSO_WM_SLIDE_LAYOUT_CNT" val="1_1_1"/>
</p:tagLst>
</file>

<file path=ppt/tags/tag27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6952_2*a*1"/>
  <p:tag name="KSO_WM_TEMPLATE_CATEGORY" val="diagram"/>
  <p:tag name="KSO_WM_TEMPLATE_INDEX" val="20236952"/>
  <p:tag name="KSO_WM_UNIT_LAYERLEVEL" val="1"/>
  <p:tag name="KSO_WM_TAG_VERSION" val="3.0"/>
  <p:tag name="KSO_WM_BEAUTIFY_FLAG" val="#wm#"/>
  <p:tag name="KSO_WM_UNIT_TEXT_TYPE" val="1"/>
  <p:tag name="KSO_WM_UNIT_VALUE" val="29"/>
  <p:tag name="KSO_WM_UNIT_PRESET_TEXT" val="单击此处添加标题"/>
  <p:tag name="KSO_WM_UNIT_TEXT_FILL_FORE_SCHEMECOLOR_INDEX" val="13"/>
  <p:tag name="KSO_WM_UNIT_TEXT_FILL_TYPE" val="1"/>
  <p:tag name="KSO_WM_UNIT_USESOURCEFORMAT_APPLY" val="0"/>
</p:tagLst>
</file>

<file path=ppt/tags/tag279.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2_2*l_h_i*1_1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gradient&quot;:[{&quot;brightness&quot;:0,&quot;colorType&quot;:1,&quot;foreColorIndex&quot;:5,&quot;pos&quot;:0.899999976158142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0"/>
</p:tagLst>
</file>

<file path=ppt/tags/tag280.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6952_2*l_h_a*1_1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VALUE" val="7"/>
  <p:tag name="KSO_WM_UNIT_TEXT_TYPE" val="1"/>
  <p:tag name="KSO_WM_BEAUTIFY_FLAG" val="#wm#"/>
  <p:tag name="KSO_WM_UNIT_PRESET_TEXT" val="添加标题"/>
  <p:tag name="KSO_WM_UNIT_USESOURCEFORMAT_APPLY" val="0"/>
</p:tagLst>
</file>

<file path=ppt/tags/tag281.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2_2*l_h_i*1_2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gradient&quot;:[{&quot;brightness&quot;:0,&quot;colorType&quot;:1,&quot;foreColorIndex&quot;:6,&quot;pos&quot;:0.8999999761581421,&quot;transparency&quot;:0},{&quot;brightness&quot;:0.4000000059604645,&quot;colorType&quot;:1,&quot;foreColorIndex&quot;:6,&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6"/>
  <p:tag name="KSO_WM_UNIT_TEXT_FILL_TYPE" val="1"/>
  <p:tag name="KSO_WM_UNIT_USESOURCEFORMAT_APPLY" val="0"/>
</p:tagLst>
</file>

<file path=ppt/tags/tag282.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6952_2*l_h_a*1_2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TEXT_TYPE" val="1"/>
  <p:tag name="KSO_WM_BEAUTIFY_FLAG" val="#wm#"/>
  <p:tag name="KSO_WM_UNIT_VALUE" val="8"/>
  <p:tag name="KSO_WM_UNIT_PRESET_TEXT" val="添加标题"/>
  <p:tag name="KSO_WM_UNIT_USESOURCEFORMAT_APPLY" val="0"/>
</p:tagLst>
</file>

<file path=ppt/tags/tag283.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6952_2*l_h_i*1_3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gradient&quot;:[{&quot;brightness&quot;:0,&quot;colorType&quot;:1,&quot;foreColorIndex&quot;:5,&quot;pos&quot;:0.899999976158142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0"/>
</p:tagLst>
</file>

<file path=ppt/tags/tag284.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6952_2*l_h_a*1_3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VALUE" val="7"/>
  <p:tag name="KSO_WM_UNIT_TEXT_TYPE" val="1"/>
  <p:tag name="KSO_WM_BEAUTIFY_FLAG" val="#wm#"/>
  <p:tag name="KSO_WM_UNIT_PRESET_TEXT" val="添加标题"/>
  <p:tag name="KSO_WM_UNIT_USESOURCEFORMAT_APPLY" val="0"/>
</p:tagLst>
</file>

<file path=ppt/tags/tag285.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6952_2*l_h_f*1_1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阐述您的观点。&#10;单击此处添加文本简明阐述您的观点。"/>
  <p:tag name="KSO_WM_UNIT_USESOURCEFORMAT_APPLY" val="0"/>
</p:tagLst>
</file>

<file path=ppt/tags/tag286.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6952_2*l_h_f*1_2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10;文字是您思想的提炼，请尽量言简意赅的阐述您的观点。"/>
  <p:tag name="KSO_WM_UNIT_USESOURCEFORMAT_APPLY" val="0"/>
</p:tagLst>
</file>

<file path=ppt/tags/tag287.xml><?xml version="1.0" encoding="utf-8"?>
<p:tagLst xmlns:p="http://schemas.openxmlformats.org/presentationml/2006/main">
  <p:tag name="KSO_WM_DIAGRAM_VIRTUALLY_FRAME" val="{&quot;height&quot;:298.1307086614173,&quot;left&quot;:132.69157480314962,&quot;top&quot;:164.5716535433071,&quot;width&quot;:694.6168503937008}"/>
  <p:tag name="KSO_WM_DIAGRAM_VERSION" val="3"/>
  <p:tag name="KSO_WM_DIAGRAM_COLOR_TRICK" val="2"/>
  <p:tag name="KSO_WM_DIAGRAM_COLOR_TEXT_CAN_REMOVE" val="n"/>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6952_2*l_h_f*1_3_1"/>
  <p:tag name="KSO_WM_TEMPLATE_CATEGORY" val="diagram"/>
  <p:tag name="KSO_WM_TEMPLATE_INDEX" val="20236952"/>
  <p:tag name="KSO_WM_UNIT_LAYERLEVEL" val="1_1_1"/>
  <p:tag name="KSO_WM_TAG_VERSION" val="3.0"/>
  <p:tag name="KSO_WM_DIAGRAM_MAX_ITEMCNT" val="3"/>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阐述您的观点。&#10;单击此处添加文本简明阐述您的观点。"/>
  <p:tag name="KSO_WM_UNIT_USESOURCEFORMAT_APPLY" val="0"/>
</p:tagLst>
</file>

<file path=ppt/tags/tag288.xml><?xml version="1.0" encoding="utf-8"?>
<p:tagLst xmlns:p="http://schemas.openxmlformats.org/presentationml/2006/main">
  <p:tag name="KSO_WM_SLIDE_ID" val="diagram20236952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694.617*298.131"/>
  <p:tag name="KSO_WM_SLIDE_POSITION" val="132.692*164.572"/>
  <p:tag name="KSO_WM_DIAGRAM_GROUP_CODE" val="l1-1"/>
  <p:tag name="KSO_WM_SLIDE_DIAGTYPE" val="l"/>
  <p:tag name="KSO_WM_TAG_VERSION" val="3.0"/>
  <p:tag name="KSO_WM_BEAUTIFY_FLAG" val="#wm#"/>
  <p:tag name="KSO_WM_TEMPLATE_CATEGORY" val="custom"/>
  <p:tag name="KSO_WM_TEMPLATE_INDEX" val="20238580"/>
  <p:tag name="KSO_WM_SLIDE_LAYOUT" val="a_l"/>
  <p:tag name="KSO_WM_SLIDE_LAYOUT_CNT" val="1_1"/>
</p:tagLst>
</file>

<file path=ppt/tags/tag289.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290.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29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80"/>
  <p:tag name="KSO_WM_TEMPLATE_CATEGORY" val="custom"/>
  <p:tag name="KSO_WM_SLIDE_INDEX" val="7"/>
  <p:tag name="KSO_WM_SLIDE_ID" val="custom20238580_7"/>
  <p:tag name="KSO_WM_TEMPLATE_MASTER_TYPE" val="0"/>
  <p:tag name="KSO_WM_SLIDE_LAYOUT" val="a_e"/>
  <p:tag name="KSO_WM_SLIDE_LAYOUT_CNT" val="1_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0_2*a*1"/>
  <p:tag name="KSO_WM_TEMPLATE_CATEGORY" val="diagram"/>
  <p:tag name="KSO_WM_TEMPLATE_INDEX" val="20234410"/>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93.xml><?xml version="1.0" encoding="utf-8"?>
<p:tagLst xmlns:p="http://schemas.openxmlformats.org/presentationml/2006/main">
  <p:tag name="KSO_WM_SLIDE_ID" val="diagram20234410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588.766*281.572"/>
  <p:tag name="KSO_WM_SLIDE_POSITION" val="185.617*157.782"/>
  <p:tag name="KSO_WM_TAG_VERSION" val="3.0"/>
  <p:tag name="KSO_WM_BEAUTIFY_FLAG" val="#wm#"/>
  <p:tag name="KSO_WM_TEMPLATE_CATEGORY" val="custom"/>
  <p:tag name="KSO_WM_TEMPLATE_INDEX" val="20238580"/>
  <p:tag name="KSO_WM_DIAGRAM_GROUP_CODE" val="l1-1"/>
  <p:tag name="KSO_WM_SLIDE_DIAGTYPE" val="l"/>
  <p:tag name="KSO_WM_SLIDE_LAYOUT" val="a_l"/>
  <p:tag name="KSO_WM_SLIDE_LAYOUT_CNT" val="1_1"/>
</p:tagLst>
</file>

<file path=ppt/tags/tag294.xml><?xml version="1.0" encoding="utf-8"?>
<p:tagLst xmlns:p="http://schemas.openxmlformats.org/presentationml/2006/main">
  <p:tag name="KSO_WM_BEAUTIFY_FLAG" val="#wm#"/>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69_3*a*1"/>
  <p:tag name="KSO_WM_TEMPLATE_CATEGORY" val="diagram"/>
  <p:tag name="KSO_WM_TEMPLATE_INDEX" val="20230969"/>
  <p:tag name="KSO_WM_UNIT_LAYERLEVEL" val="1"/>
  <p:tag name="KSO_WM_TAG_VERSION" val="3.0"/>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95.xml><?xml version="1.0" encoding="utf-8"?>
<p:tagLst xmlns:p="http://schemas.openxmlformats.org/presentationml/2006/main">
  <p:tag name="KSO_WM_MEDIACOVER_FLAG" val="1"/>
  <p:tag name="KSO_WM_UNIT_MEDIACOVER_BTN_STATE" val="1"/>
  <p:tag name="KSO_WM_UNIT_MEDIACOVER_BTNRECT" val="0*0*0*0"/>
</p:tagLst>
</file>

<file path=ppt/tags/tag296.xml><?xml version="1.0" encoding="utf-8"?>
<p:tagLst xmlns:p="http://schemas.openxmlformats.org/presentationml/2006/main">
  <p:tag name="KSO_WM_SLIDE_ID" val="diagram20230969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8580"/>
  <p:tag name="KSO_WM_SLIDE_TYPE" val="text"/>
  <p:tag name="KSO_WM_SLIDE_SUBTYPE" val="diag"/>
  <p:tag name="KSO_WM_SLIDE_SIZE" val="733.85*380.05"/>
  <p:tag name="KSO_WM_SLIDE_POSITION" val="114.4*106"/>
  <p:tag name="KSO_WM_SLIDE_LAYOUT" val="a_l"/>
  <p:tag name="KSO_WM_SLIDE_LAYOUT_CNT" val="1_1"/>
  <p:tag name="KSO_WM_SPECIAL_SOURCE" val="bdnull"/>
  <p:tag name="KSO_WM_DIAGRAM_GROUP_CODE" val="l1-1"/>
  <p:tag name="KSO_WM_SLIDE_DIAGTYPE" val="l"/>
</p:tagLst>
</file>

<file path=ppt/tags/tag297.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i*1_4"/>
  <p:tag name="KSO_WM_TEMPLATE_CATEGORY" val="diagram"/>
  <p:tag name="KSO_WM_TEMPLATE_INDEX" val="20235154"/>
  <p:tag name="KSO_WM_UNIT_LAYERLEVEL" val="1_1"/>
  <p:tag name="KSO_WM_TAG_VERSION" val="3.0"/>
  <p:tag name="KSO_WM_DIAGRAM_GROUP_CODE" val="l1-1"/>
  <p:tag name="KSO_WM_UNIT_TYPE" val="l_i"/>
  <p:tag name="KSO_WM_UNIT_INDEX" val="1_4"/>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UNIT_TEXT_FILL_FORE_SCHEMECOLOR_INDEX" val="1"/>
  <p:tag name="KSO_WM_UNIT_TEXT_FILL_TYPE" val="1"/>
  <p:tag name="KSO_WM_UNIT_LINE_FILL_TYPE" val="2"/>
  <p:tag name="KSO_WM_UNIT_USESOURCEFORMAT_APPLY" val="0"/>
</p:tagLst>
</file>

<file path=ppt/tags/tag298.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i*1_1"/>
  <p:tag name="KSO_WM_TEMPLATE_CATEGORY" val="diagram"/>
  <p:tag name="KSO_WM_TEMPLATE_INDEX" val="20235154"/>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UNIT_LINE_FILL_TYPE" val="2"/>
  <p:tag name="KSO_WM_UNIT_TEXT_FILL_FORE_SCHEMECOLOR_INDEX" val="13"/>
  <p:tag name="KSO_WM_UNIT_TEXT_FILL_TYPE" val="1"/>
  <p:tag name="KSO_WM_UNIT_USESOURCEFORMAT_APPLY" val="0"/>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4_9*a*1"/>
  <p:tag name="KSO_WM_TEMPLATE_CATEGORY" val="diagram"/>
  <p:tag name="KSO_WM_TEMPLATE_INDEX" val="20235154"/>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TEXT_TYPE" val="1"/>
  <p:tag name="KSO_WM_UNIT_PRESET_TEXT" val="单击此处添加文档标题内容"/>
  <p:tag name="KSO_WM_UNIT_TEXT_FILL_FORE_SCHEMECOLOR_INDEX" val="13"/>
  <p:tag name="KSO_WM_UNIT_TEXT_FILL_TYPE" val="1"/>
  <p:tag name="KSO_WM_UNIT_USESOURCEFORMAT_APPLY" val="0"/>
</p:tagLst>
</file>

<file path=ppt/tags/tag300.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i*1_3"/>
  <p:tag name="KSO_WM_TEMPLATE_CATEGORY" val="diagram"/>
  <p:tag name="KSO_WM_TEMPLATE_INDEX" val="20235154"/>
  <p:tag name="KSO_WM_UNIT_LAYERLEVEL" val="1_1"/>
  <p:tag name="KSO_WM_TAG_VERSION" val="3.0"/>
  <p:tag name="KSO_WM_DIAGRAM_GROUP_CODE" val="l1-1"/>
  <p:tag name="KSO_WM_UNIT_TYPE" val="l_i"/>
  <p:tag name="KSO_WM_UNIT_INDEX" val="1_3"/>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gradient&quot;:[{&quot;brightness&quot;:-0.5,&quot;colorType&quot;:1,&quot;foreColorIndex&quot;:5,&quot;pos&quot;:0,&quot;transparency&quot;:0.6800000071525574},{&quot;brightness&quot;:-0.5,&quot;colorType&quot;:1,&quot;foreColorIndex&quot;:5,&quot;pos&quot;:0.829999983310699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0"/>
</p:tagLst>
</file>

<file path=ppt/tags/tag301.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i*1_2"/>
  <p:tag name="KSO_WM_TEMPLATE_CATEGORY" val="diagram"/>
  <p:tag name="KSO_WM_TEMPLATE_INDEX" val="20235154"/>
  <p:tag name="KSO_WM_UNIT_LAYERLEVEL" val="1_1"/>
  <p:tag name="KSO_WM_TAG_VERSION" val="3.0"/>
  <p:tag name="KSO_WM_DIAGRAM_GROUP_CODE" val="l1-1"/>
  <p:tag name="KSO_WM_UNIT_TYPE" val="l_i"/>
  <p:tag name="KSO_WM_UNIT_INDEX" val="1_2"/>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quot;colorType&quot;:1,&quot;foreColorIndex&quot;:5,&quot;transparency&quot;:0.4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02.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1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03.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1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04.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2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05.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3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06.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4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4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07.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5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5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08.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2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2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09.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3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3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10.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4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4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11.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5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5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12.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6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6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13.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6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6_1"/>
  <p:tag name="KSO_WM_DIAGRAM_VERSION" val="3"/>
  <p:tag name="KSO_WM_DIAGRAM_COLOR_TRICK" val="1"/>
  <p:tag name="KSO_WM_DIAGRAM_COLOR_TEXT_CAN_REMOVE" val="n"/>
  <p:tag name="KSO_WM_UNIT_VALUE" val="44"/>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14.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7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7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15.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8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8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16.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9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9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17.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f*1_10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0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0"/>
</p:tagLst>
</file>

<file path=ppt/tags/tag318.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7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7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19.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8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8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20.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9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9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21.xml><?xml version="1.0" encoding="utf-8"?>
<p:tagLst xmlns:p="http://schemas.openxmlformats.org/presentationml/2006/main">
  <p:tag name="KSO_WM_DIAGRAM_VIRTUALLY_FRAME" val="{&quot;height&quot;:388.76257324218756,&quot;left&quot;:55.375,&quot;top&quot;:105.69995353638656,&quot;width&quot;:850.6}"/>
  <p:tag name="KSO_WM_UNIT_HIGHLIGHT" val="0"/>
  <p:tag name="KSO_WM_UNIT_COMPATIBLE" val="0"/>
  <p:tag name="KSO_WM_UNIT_DIAGRAM_ISNUMVISUAL" val="0"/>
  <p:tag name="KSO_WM_UNIT_DIAGRAM_ISREFERUNIT" val="0"/>
  <p:tag name="KSO_WM_UNIT_ID" val="diagram20235154_9*l_h_i*1_10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10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UNIT_USESOURCEFORMAT_APPLY" val="0"/>
</p:tagLst>
</file>

<file path=ppt/tags/tag322.xml><?xml version="1.0" encoding="utf-8"?>
<p:tagLst xmlns:p="http://schemas.openxmlformats.org/presentationml/2006/main">
  <p:tag name="KSO_WM_SLIDE_ID" val="diagram20235154_9"/>
  <p:tag name="KSO_WM_TEMPLATE_SUBCATEGORY" val="0"/>
  <p:tag name="KSO_WM_TEMPLATE_MASTER_TYPE" val="0"/>
  <p:tag name="KSO_WM_TEMPLATE_COLOR_TYPE" val="0"/>
  <p:tag name="KSO_WM_SLIDE_ITEM_CNT" val="10"/>
  <p:tag name="KSO_WM_SLIDE_INDEX" val="9"/>
  <p:tag name="KSO_WM_TAG_VERSION" val="3.0"/>
  <p:tag name="KSO_WM_BEAUTIFY_FLAG" val="#wm#"/>
  <p:tag name="KSO_WM_TEMPLATE_CATEGORY" val="custom"/>
  <p:tag name="KSO_WM_TEMPLATE_INDEX" val="20238580"/>
  <p:tag name="KSO_WM_SLIDE_TYPE" val="text"/>
  <p:tag name="KSO_WM_SLIDE_SUBTYPE" val="diag"/>
  <p:tag name="KSO_WM_SLIDE_SIZE" val="781.7*459.361"/>
  <p:tag name="KSO_WM_SLIDE_POSITION" val="90.6*69.725"/>
  <p:tag name="KSO_WM_SLIDE_LAYOUT" val="a_l"/>
  <p:tag name="KSO_WM_SLIDE_LAYOUT_CNT" val="1_1"/>
  <p:tag name="KSO_WM_SPECIAL_SOURCE" val="bdnull"/>
  <p:tag name="KSO_WM_DIAGRAM_GROUP_CODE" val="l1-1"/>
  <p:tag name="KSO_WM_SLIDE_DIAGTYPE" val="l"/>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926_1*i*1"/>
  <p:tag name="KSO_WM_TEMPLATE_CATEGORY" val="custom"/>
  <p:tag name="KSO_WM_TEMPLATE_INDEX" val="20231926"/>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0"/>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1926_1*i*2"/>
  <p:tag name="KSO_WM_TEMPLATE_CATEGORY" val="custom"/>
  <p:tag name="KSO_WM_TEMPLATE_INDEX" val="20231926"/>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0"/>
</p:tagLst>
</file>

<file path=ppt/tags/tag325.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926"/>
  <p:tag name="KSO_WM_UNIT_ID" val="custom20231926_1*a*1"/>
  <p:tag name="KSO_WM_UNIT_TEXT_FILL_FORE_SCHEMECOLOR_INDEX" val="13"/>
  <p:tag name="KSO_WM_UNIT_TEXT_FILL_TYPE" val="1"/>
  <p:tag name="KSO_WM_UNIT_USESOURCEFORMAT_APPLY" val="0"/>
  <p:tag name="KSO_WM_UNIT_PRESET_TEXT" val="单击此处添加标题"/>
  <p:tag name="KSO_WM_UNIT_TEXT_TYPE" val="1"/>
</p:tagLst>
</file>

<file path=ppt/tags/tag32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2470_1*l_h_i*1_2_1"/>
  <p:tag name="KSO_WM_TEMPLATE_CATEGORY" val="diagram"/>
  <p:tag name="KSO_WM_TEMPLATE_INDEX" val="20232470"/>
  <p:tag name="KSO_WM_UNIT_LAYERLEVEL" val="1_1_1"/>
  <p:tag name="KSO_WM_TAG_VERSION" val="3.0"/>
  <p:tag name="KSO_WM_DIAGRAM_MAX_ITEMCNT" val="5"/>
  <p:tag name="KSO_WM_DIAGRAM_MIN_ITEMCNT" val="2"/>
  <p:tag name="KSO_WM_DIAGRAM_VIRTUALLY_FRAME" val="{&quot;height&quot;:240,&quot;left&quot;:54.82499664546931,&quot;top&quot;:168.2,&quot;width&quot;:850.4000854492188}"/>
  <p:tag name="KSO_WM_DIAGRAM_COLOR_MATCH_VALUE" val="{&quot;shape&quot;:{&quot;fill&quot;:{&quot;type&quot;:0},&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BEAUTIFY_FLAG" val="#wm#"/>
  <p:tag name="KSO_WM_UNIT_LINE_FORE_SCHEMECOLOR_INDEX" val="-2"/>
  <p:tag name="KSO_WM_UNIT_SHADOW_SCHEMECOLOR_INDEX" val="5"/>
  <p:tag name="KSO_WM_UNIT_TEXT_FILL_FORE_SCHEMECOLOR_INDEX" val="13"/>
  <p:tag name="KSO_WM_UNIT_TEXT_FILL_TYPE" val="1"/>
  <p:tag name="KSO_WM_UNIT_USESOURCEFORMAT_APPLY" val="0"/>
</p:tagLst>
</file>

<file path=ppt/tags/tag32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ID" val="diagram20232470_1*l_h_i*1_2_2"/>
  <p:tag name="KSO_WM_TEMPLATE_CATEGORY" val="diagram"/>
  <p:tag name="KSO_WM_TEMPLATE_INDEX" val="20232470"/>
  <p:tag name="KSO_WM_TAG_VERSION" val="3.0"/>
  <p:tag name="KSO_WM_DIAGRAM_MAX_ITEMCNT" val="5"/>
  <p:tag name="KSO_WM_DIAGRAM_MIN_ITEMCNT" val="2"/>
  <p:tag name="KSO_WM_DIAGRAM_VIRTUALLY_FRAME" val="{&quot;height&quot;:240,&quot;left&quot;:54.82499664546931,&quot;top&quot;:168.2,&quot;width&quot;:850.4000854492188}"/>
  <p:tag name="KSO_WM_DIAGRAM_COLOR_MATCH_VALUE" val="{&quot;shape&quot;:{&quot;fill&quot;:{&quot;solid&quot;:{&quot;brightness&quot;:0,&quot;colorType&quot;:1,&quot;foreColorIndex&quot;:2,&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2"/>
  <p:tag name="KSO_WM_UNIT_FILL_FORE_SCHEMECOLOR_INDEX_BRIGHTNESS" val="0"/>
  <p:tag name="KSO_WM_UNIT_LINE_FORE_SCHEMECOLOR_INDEX" val="-2"/>
  <p:tag name="KSO_WM_UNIT_TYPE" val="l_h_i"/>
  <p:tag name="KSO_WM_UNIT_INDEX" val="1_2_2"/>
  <p:tag name="KSO_WM_UNIT_LAYERLEVEL" val="1_1_1"/>
  <p:tag name="KSO_WM_UNIT_TEXT_FILL_FORE_SCHEMECOLOR_INDEX" val="13"/>
  <p:tag name="KSO_WM_UNIT_TEXT_FILL_TYPE" val="1"/>
  <p:tag name="KSO_WM_UNIT_USESOURCEFORMAT_APPLY" val="0"/>
</p:tagLst>
</file>

<file path=ppt/tags/tag3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70_1*l_h_a*1_2_1"/>
  <p:tag name="KSO_WM_TEMPLATE_CATEGORY" val="diagram"/>
  <p:tag name="KSO_WM_TEMPLATE_INDEX" val="20232470"/>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240,&quot;left&quot;:54.82499664546931,&quot;top&quot;:168.2,&quot;width&quot;:850.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 name="KSO_WM_UNIT_USESOURCEFORMAT_APPLY" val="0"/>
</p:tagLst>
</file>

<file path=ppt/tags/tag329.xml><?xml version="1.0" encoding="utf-8"?>
<p:tagLst xmlns:p="http://schemas.openxmlformats.org/presentationml/2006/main">
  <p:tag name="KSO_WM_DIAGRAM_VERSION" val="3"/>
  <p:tag name="KSO_WM_DIAGRAM_COLOR_TRICK" val="1"/>
  <p:tag name="KSO_WM_DIAGRAM_COLOR_TEXT_CAN_REMOVE" val="n"/>
  <p:tag name="KSO_WM_UNIT_VALUE" val="136*14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2470_1*l_h_x*1_2_1"/>
  <p:tag name="KSO_WM_TEMPLATE_CATEGORY" val="diagram"/>
  <p:tag name="KSO_WM_TEMPLATE_INDEX" val="20232470"/>
  <p:tag name="KSO_WM_UNIT_LAYERLEVEL" val="1_1_1"/>
  <p:tag name="KSO_WM_TAG_VERSION" val="3.0"/>
  <p:tag name="KSO_WM_DIAGRAM_MAX_ITEMCNT" val="5"/>
  <p:tag name="KSO_WM_DIAGRAM_MIN_ITEMCNT" val="2"/>
  <p:tag name="KSO_WM_DIAGRAM_VIRTUALLY_FRAME" val="{&quot;height&quot;:240,&quot;left&quot;:54.82499664546931,&quot;top&quot;:168.2,&quot;width&quot;:850.4000854492188}"/>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0"/>
</p:tagLst>
</file>

<file path=ppt/tags/tag330.xml><?xml version="1.0" encoding="utf-8"?>
<p:tagLst xmlns:p="http://schemas.openxmlformats.org/presentationml/2006/main">
  <p:tag name="KSO_WM_DIAGRAM_VERSION" val="3"/>
  <p:tag name="KSO_WM_DIAGRAM_COLOR_TRICK" val="1"/>
  <p:tag name="KSO_WM_DIAGRAM_COLOR_TEXT_CAN_REMOVE" val="n"/>
  <p:tag name="KSO_WM_UNIT_VALUE" val="140*14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2470_1*l_h_x*1_1_1"/>
  <p:tag name="KSO_WM_TEMPLATE_CATEGORY" val="diagram"/>
  <p:tag name="KSO_WM_TEMPLATE_INDEX" val="20232470"/>
  <p:tag name="KSO_WM_UNIT_LAYERLEVEL" val="1_1_1"/>
  <p:tag name="KSO_WM_TAG_VERSION" val="3.0"/>
  <p:tag name="KSO_WM_DIAGRAM_MAX_ITEMCNT" val="5"/>
  <p:tag name="KSO_WM_DIAGRAM_MIN_ITEMCNT" val="2"/>
  <p:tag name="KSO_WM_DIAGRAM_VIRTUALLY_FRAME" val="{&quot;height&quot;:240,&quot;left&quot;:54.82499664546931,&quot;top&quot;:168.2,&quot;width&quot;:850.4000854492188}"/>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0"/>
</p:tagLst>
</file>

<file path=ppt/tags/tag3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2470_1*l_h_a*1_1_1"/>
  <p:tag name="KSO_WM_TEMPLATE_CATEGORY" val="diagram"/>
  <p:tag name="KSO_WM_TEMPLATE_INDEX" val="20232470"/>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240,&quot;left&quot;:54.82499664546931,&quot;top&quot;:168.2,&quot;width&quot;:850.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 name="KSO_WM_UNIT_USESOURCEFORMAT_APPLY" val="0"/>
</p:tagLst>
</file>

<file path=ppt/tags/tag332.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60.77*240"/>
  <p:tag name="KSO_WM_SLIDE_POSITION" val="99.615*168.2"/>
  <p:tag name="KSO_WM_SLIDE_LAYOUT" val="a_l"/>
  <p:tag name="KSO_WM_SLIDE_LAYOUT_CNT" val="1_1"/>
  <p:tag name="KSO_WM_SPECIAL_SOURCE" val="bdnull"/>
  <p:tag name="KSO_WM_DIAGRAM_GROUP_CODE" val="l1-1"/>
  <p:tag name="KSO_WM_SLIDE_DIAGTYPE" val="l"/>
  <p:tag name="KSO_WM_TEMPLATE_INDEX" val="20238580"/>
  <p:tag name="KSO_WM_TEMPLATE_SUBCATEGORY" val="0"/>
  <p:tag name="KSO_WM_SLIDE_INDEX" val="1"/>
  <p:tag name="KSO_WM_TAG_VERSION" val="3.0"/>
  <p:tag name="KSO_WM_SLIDE_ID" val="custom20231926_1"/>
  <p:tag name="KSO_WM_SLIDE_ITEM_CNT" val="2"/>
</p:tagLst>
</file>

<file path=ppt/tags/tag33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455_3*a*1"/>
  <p:tag name="KSO_WM_TEMPLATE_CATEGORY" val="diagram"/>
  <p:tag name="KSO_WM_TEMPLATE_INDEX" val="20231455"/>
  <p:tag name="KSO_WM_UNIT_LAYERLEVEL" val="1"/>
  <p:tag name="KSO_WM_TAG_VERSION" val="3.0"/>
  <p:tag name="KSO_WM_BEAUTIFY_FLAG" val="#wm#"/>
  <p:tag name="KSO_WM_DIAGRAM_GROUP_CODE" val="n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i*1_1_2"/>
  <p:tag name="KSO_WM_TEMPLATE_CATEGORY" val="diagram"/>
  <p:tag name="KSO_WM_TEMPLATE_INDEX" val="20231455"/>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2"/>
  <p:tag name="KSO_WM_DIAGRAM_MAX_ITEMCNT" val="6"/>
  <p:tag name="KSO_WM_DIAGRAM_MIN_ITEMCNT" val="2"/>
  <p:tag name="KSO_WM_DIAGRAM_VIRTUALLY_FRAME" val="{&quot;height&quot;:341.3191402933917,&quot;left&quot;:46.45,&quot;top&quot;:140,&quot;width&quot;:858.65}"/>
  <p:tag name="KSO_WM_DIAGRAM_COLOR_MATCH_VALUE" val="{&quot;shape&quot;:{&quot;fill&quot;:{&quot;gradient&quot;:[{&quot;brightness&quot;:0,&quot;colorType&quot;:1,&quot;foreColorIndex&quot;:5,&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0"/>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i*1_1_3"/>
  <p:tag name="KSO_WM_TEMPLATE_CATEGORY" val="diagram"/>
  <p:tag name="KSO_WM_TEMPLATE_INDEX" val="20231455"/>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3"/>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gradient&quot;:[{&quot;brightness&quot;:0,&quot;colorType&quot;:1,&quot;foreColorIndex&quot;:5,&quot;pos&quot;:0.20000000298023224,&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0"/>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1_2"/>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2"/>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0"/>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4_2"/>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2"/>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0"/>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2_2"/>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2"/>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0"/>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3_2"/>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2"/>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0"/>
</p:tagLst>
</file>

<file path=ppt/tags/tag3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455_3*n_h_h_a*1_2_1_1"/>
  <p:tag name="KSO_WM_TEMPLATE_CATEGORY" val="diagram"/>
  <p:tag name="KSO_WM_TEMPLATE_INDEX" val="20231455"/>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34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1455_3*n_h_a*1_1_1"/>
  <p:tag name="KSO_WM_TEMPLATE_CATEGORY" val="diagram"/>
  <p:tag name="KSO_WM_TEMPLATE_INDEX" val="2023145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此处添加标题"/>
  <p:tag name="KSO_WM_UNIT_TEXT_FILL_FORE_SCHEMECOLOR_INDEX" val="1"/>
  <p:tag name="KSO_WM_UNIT_TEXT_FILL_TYPE" val="1"/>
  <p:tag name="KSO_WM_UNIT_USESOURCEFORMAT_APPLY" val="0"/>
</p:tagLst>
</file>

<file path=ppt/tags/tag34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455_3*n_h_h_a*1_2_2_1"/>
  <p:tag name="KSO_WM_TEMPLATE_CATEGORY" val="diagram"/>
  <p:tag name="KSO_WM_TEMPLATE_INDEX" val="20231455"/>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3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1455_3*n_h_h_a*1_2_3_1"/>
  <p:tag name="KSO_WM_TEMPLATE_CATEGORY" val="diagram"/>
  <p:tag name="KSO_WM_TEMPLATE_INDEX" val="20231455"/>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34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4_1"/>
  <p:tag name="KSO_WM_UNIT_ID" val="diagram20231455_3*n_h_h_a*1_2_4_1"/>
  <p:tag name="KSO_WM_TEMPLATE_CATEGORY" val="diagram"/>
  <p:tag name="KSO_WM_TEMPLATE_INDEX" val="20231455"/>
  <p:tag name="KSO_WM_UNIT_LAYERLEVEL" val="1_1_1_1"/>
  <p:tag name="KSO_WM_TAG_VERSION" val="3.0"/>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1_1"/>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2_1"/>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3_1"/>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h_i*1_2_4_1"/>
  <p:tag name="KSO_WM_TEMPLATE_CATEGORY" val="diagram"/>
  <p:tag name="KSO_WM_TEMPLATE_INDEX" val="20231455"/>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5_3*n_h_i*1_1_1"/>
  <p:tag name="KSO_WM_TEMPLATE_CATEGORY" val="diagram"/>
  <p:tag name="KSO_WM_TEMPLATE_INDEX" val="20231455"/>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1"/>
  <p:tag name="KSO_WM_DIAGRAM_MAX_ITEMCNT" val="6"/>
  <p:tag name="KSO_WM_DIAGRAM_MIN_ITEMCNT" val="2"/>
  <p:tag name="KSO_WM_DIAGRAM_VIRTUALLY_FRAME" val="{&quot;height&quot;:341.3191402933917,&quot;left&quot;:46.45,&quot;top&quot;:140,&quot;width&quot;:858.6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0.7799999713897705,&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0"/>
</p:tagLst>
</file>

<file path=ppt/tags/tag350.xml><?xml version="1.0" encoding="utf-8"?>
<p:tagLst xmlns:p="http://schemas.openxmlformats.org/presentationml/2006/main">
  <p:tag name="KSO_WM_SLIDE_ID" val="diagram20231455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8580"/>
  <p:tag name="KSO_WM_SLIDE_TYPE" val="text"/>
  <p:tag name="KSO_WM_SLIDE_SUBTYPE" val="diag"/>
  <p:tag name="KSO_WM_SLIDE_SIZE" val="850.3*299.519"/>
  <p:tag name="KSO_WM_SLIDE_POSITION" val="54.8*179.05"/>
  <p:tag name="KSO_WM_SLIDE_LAYOUT" val="a_n"/>
  <p:tag name="KSO_WM_SLIDE_LAYOUT_CNT" val="1_1"/>
  <p:tag name="KSO_WM_SPECIAL_SOURCE" val="bdnull"/>
  <p:tag name="KSO_WM_DIAGRAM_GROUP_CODE" val="n1-1"/>
  <p:tag name="KSO_WM_SLIDE_DIAGTYPE" val="n"/>
</p:tagLst>
</file>

<file path=ppt/tags/tag351.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352.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35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80"/>
  <p:tag name="KSO_WM_TEMPLATE_CATEGORY" val="custom"/>
  <p:tag name="KSO_WM_SLIDE_INDEX" val="7"/>
  <p:tag name="KSO_WM_SLIDE_ID" val="custom20238580_7"/>
  <p:tag name="KSO_WM_TEMPLATE_MASTER_TYPE" val="0"/>
  <p:tag name="KSO_WM_SLIDE_LAYOUT" val="a_e"/>
  <p:tag name="KSO_WM_SLIDE_LAYOUT_CNT" val="1_1"/>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i"/>
  <p:tag name="KSO_WM_UNIT_INDEX" val="1_1_1"/>
  <p:tag name="KSO_WM_TEMPLATE_CATEGORY" val="diagram"/>
  <p:tag name="KSO_WM_TEMPLATE_INDEX" val="2023145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type&quot;:0},&quot;glow&quot;:{&quot;colorType&quot;:0},&quot;line&quot;:{&quot;gradient&quot;:[{&quot;brightness&quot;:0.800000011920929,&quot;colorType&quot;:1,&quot;foreColorIndex&quot;:5,&quot;pos&quot;:0.33000001311302185,&quot;transparency&quot;:1},{&quot;brightness&quot;:0,&quot;colorType&quot;:1,&quot;foreColorIndex&quot;:5,&quot;pos&quot;: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n1-1"/>
  <p:tag name="KSO_WM_UNIT_ID" val="diagram20231451_1*n_h_i*1_1_1"/>
  <p:tag name="KSO_WM_UNIT_LINE_FORE_SCHEMECOLOR_INDEX" val="5"/>
  <p:tag name="KSO_WM_UNIT_TEXT_FILL_FORE_SCHEMECOLOR_INDEX" val="2"/>
  <p:tag name="KSO_WM_UNIT_TEXT_FILL_TYPE" val="1"/>
  <p:tag name="KSO_WM_UNIT_USESOURCEFORMAT_APPLY" val="0"/>
</p:tagLst>
</file>

<file path=ppt/tags/tag35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TEMPLATE_CATEGORY" val="diagram"/>
  <p:tag name="KSO_WM_TEMPLATE_INDEX" val="20231451"/>
  <p:tag name="KSO_WM_UNIT_LAYERLEVEL" val="1"/>
  <p:tag name="KSO_WM_TAG_VERSION" val="3.0"/>
  <p:tag name="KSO_WM_BEAUTIFY_FLAG" val="#wm#"/>
  <p:tag name="KSO_WM_UNIT_TEXT_TYPE" val="1"/>
  <p:tag name="KSO_WM_DIAGRAM_GROUP_CODE" val="n1-1"/>
  <p:tag name="KSO_WM_UNIT_ID" val="diagram20231451_1*a*1"/>
  <p:tag name="KSO_WM_UNIT_PRESET_TEXT" val="单击此处添加标题"/>
  <p:tag name="KSO_WM_UNIT_TEXT_FILL_FORE_SCHEMECOLOR_INDEX" val="13"/>
  <p:tag name="KSO_WM_UNIT_TEXT_FILL_TYPE" val="1"/>
  <p:tag name="KSO_WM_UNIT_USESOURCEFORMAT_APPLY" val="0"/>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451"/>
  <p:tag name="KSO_WM_UNIT_LAYERLEVEL" val="1_1_1"/>
  <p:tag name="KSO_WM_TAG_VERSION" val="3.0"/>
  <p:tag name="KSO_WM_BEAUTIFY_FLAG" val="#wm#"/>
  <p:tag name="KSO_WM_UNIT_TYPE" val="n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gradient&quot;:[{&quot;brightness&quot;:0.4000000059604645,&quot;colorType&quot;:1,&quot;foreColorIndex&quot;:5,&quot;pos&quot;:0.18000000715255737,&quot;transparency&quot;:1},{&quot;brightness&quot;:0.20000000298023224,&quot;colorType&quot;:1,&quot;foreColorIndex&quot;:5,&quot;pos&quot;:1,&quot;transparency&quot;:0.64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UNIT_ID" val="diagram20231451_1*n_h_i*1_1_2"/>
  <p:tag name="KSO_WM_UNIT_FILL_TYPE" val="3"/>
  <p:tag name="KSO_WM_UNIT_TEXT_FILL_FORE_SCHEMECOLOR_INDEX" val="2"/>
  <p:tag name="KSO_WM_UNIT_TEXT_FILL_TYPE" val="1"/>
  <p:tag name="KSO_WM_UNIT_USESOURCEFORMAT_APPLY" val="0"/>
</p:tagLst>
</file>

<file path=ppt/tags/tag35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TEMPLATE_CATEGORY" val="diagram"/>
  <p:tag name="KSO_WM_TEMPLATE_INDEX" val="20231451"/>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gradient&quot;:[{&quot;brightness&quot;:0.15000000596046448,&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GROUP_CODE" val="n1-1"/>
  <p:tag name="KSO_WM_UNIT_ID" val="diagram20231451_1*n_h_a*1_1_1"/>
  <p:tag name="KSO_WM_UNIT_PRESET_TEXT" val="此处添加项标题"/>
  <p:tag name="KSO_WM_UNIT_FILL_TYPE" val="3"/>
  <p:tag name="KSO_WM_UNIT_USESOURCEFORMAT_APPLY" val="0"/>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451"/>
  <p:tag name="KSO_WM_UNIT_LAYERLEVEL" val="1_1_1_1"/>
  <p:tag name="KSO_WM_TAG_VERSION" val="3.0"/>
  <p:tag name="KSO_WM_BEAUTIFY_FLAG" val="#wm#"/>
  <p:tag name="KSO_WM_UNIT_TYPE" val="n_h_h_i"/>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UNIT_INDEX" val="1_2_1_1"/>
  <p:tag name="KSO_WM_UNIT_ID" val="diagram20231451_1*n_h_h_i*1_2_1_1"/>
  <p:tag name="KSO_WM_UNIT_FILL_TYPE" val="3"/>
  <p:tag name="KSO_WM_UNIT_SHADOW_SCHEMECOLOR_INDEX" val="5"/>
  <p:tag name="KSO_WM_UNIT_TEXT_FILL_FORE_SCHEMECOLOR_INDEX" val="2"/>
  <p:tag name="KSO_WM_UNIT_TEXT_FILL_TYPE" val="1"/>
  <p:tag name="KSO_WM_UNIT_USESOURCEFORMAT_APPLY" val="0"/>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451"/>
  <p:tag name="KSO_WM_UNIT_LAYERLEVEL" val="1_1_1_1"/>
  <p:tag name="KSO_WM_TAG_VERSION" val="3.0"/>
  <p:tag name="KSO_WM_BEAUTIFY_FLAG" val="#wm#"/>
  <p:tag name="KSO_WM_UNIT_TYPE" val="n_h_h_i"/>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type&quot;:0},&quot;glow&quot;:{&quot;colorType&quot;:0},&quot;line&quot;:{&quot;gradient&quot;:[{&quot;brightness&quot;:0,&quot;colorType&quot;:2,&quot;pos&quot;:0.9599999785423279,&quot;rgb&quot;:&quot;#ffffff&quot;,&quot;transparency&quot;:1},{&quot;brightness&quot;:0,&quot;colorType&quot;:1,&quot;foreColorIndex&quot;:5,&quot;pos&quot;:0,&quot;transparency&quot;:0.5}],&quot;type&quot;:2},&quot;shadow&quot;:{&quot;colorType&quot;:0},&quot;threeD&quot;:{&quot;curvedSurface&quot;:{&quot;brightness&quot;:0,&quot;colorType&quot;:2,&quot;rgb&quot;:&quot;#000000&quot;},&quot;depth&quot;:{&quot;colorType&quot;:0}}},&quot;text&quot;:{&quot;fill&quot;:{},&quot;glow&quot;:{},&quot;line&quot;:{},&quot;shadow&quot;:{},&quot;threeD&quot;:{}}}"/>
  <p:tag name="KSO_WM_DIAGRAM_GROUP_CODE" val="n1-1"/>
  <p:tag name="KSO_WM_UNIT_INDEX" val="1_2_1_2"/>
  <p:tag name="KSO_WM_UNIT_ID" val="diagram20231451_1*n_h_h_i*1_2_1_2"/>
  <p:tag name="KSO_WM_UNIT_LINE_FORE_SCHEMECOLOR_INDEX" val="5"/>
  <p:tag name="KSO_WM_UNIT_USESOURCEFORMAT_APPLY" val="0"/>
</p:tagLst>
</file>

<file path=ppt/tags/tag3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TEMPLATE_CATEGORY" val="diagram"/>
  <p:tag name="KSO_WM_TEMPLATE_INDEX" val="20231451"/>
  <p:tag name="KSO_WM_UNIT_LAYERLEVEL" val="1_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GROUP_CODE" val="n1-1"/>
  <p:tag name="KSO_WM_UNIT_ID" val="diagram20231451_1*n_h_h_a*1_2_1_1"/>
  <p:tag name="KSO_WM_UNIT_PRESET_TEXT" val="此处添加项标题"/>
  <p:tag name="KSO_WM_UNIT_TEXT_FILL_FORE_SCHEMECOLOR_INDEX" val="1"/>
  <p:tag name="KSO_WM_UNIT_TEXT_FILL_TYPE" val="1"/>
  <p:tag name="KSO_WM_UNIT_USESOURCEFORMAT_APPLY" val="0"/>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451"/>
  <p:tag name="KSO_WM_UNIT_LAYERLEVEL" val="1_1_1_1"/>
  <p:tag name="KSO_WM_TAG_VERSION" val="3.0"/>
  <p:tag name="KSO_WM_BEAUTIFY_FLAG" val="#wm#"/>
  <p:tag name="KSO_WM_UNIT_TYPE" val="n_h_h_i"/>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UNIT_INDEX" val="1_2_2_1"/>
  <p:tag name="KSO_WM_UNIT_ID" val="diagram20231451_1*n_h_h_i*1_2_2_1"/>
  <p:tag name="KSO_WM_UNIT_FILL_TYPE" val="3"/>
  <p:tag name="KSO_WM_UNIT_SHADOW_SCHEMECOLOR_INDEX" val="5"/>
  <p:tag name="KSO_WM_UNIT_TEXT_FILL_FORE_SCHEMECOLOR_INDEX" val="2"/>
  <p:tag name="KSO_WM_UNIT_TEXT_FILL_TYPE" val="1"/>
  <p:tag name="KSO_WM_UNIT_USESOURCEFORMAT_APPLY" val="0"/>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451"/>
  <p:tag name="KSO_WM_UNIT_LAYERLEVEL" val="1_1_1_1"/>
  <p:tag name="KSO_WM_TAG_VERSION" val="3.0"/>
  <p:tag name="KSO_WM_BEAUTIFY_FLAG" val="#wm#"/>
  <p:tag name="KSO_WM_UNIT_TYPE" val="n_h_h_i"/>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type&quot;:0},&quot;glow&quot;:{&quot;colorType&quot;:0},&quot;line&quot;:{&quot;gradient&quot;:[{&quot;brightness&quot;:0,&quot;colorType&quot;:2,&quot;pos&quot;:0.9599999785423279,&quot;rgb&quot;:&quot;#ffffff&quot;,&quot;transparency&quot;:1},{&quot;brightness&quot;:0,&quot;colorType&quot;:1,&quot;foreColorIndex&quot;:5,&quot;pos&quot;:0,&quot;transparency&quot;:0.5}],&quot;type&quot;:2},&quot;shadow&quot;:{&quot;colorType&quot;:0},&quot;threeD&quot;:{&quot;curvedSurface&quot;:{&quot;brightness&quot;:0,&quot;colorType&quot;:2,&quot;rgb&quot;:&quot;#000000&quot;},&quot;depth&quot;:{&quot;colorType&quot;:0}}},&quot;text&quot;:{&quot;fill&quot;:{},&quot;glow&quot;:{},&quot;line&quot;:{},&quot;shadow&quot;:{},&quot;threeD&quot;:{}}}"/>
  <p:tag name="KSO_WM_DIAGRAM_GROUP_CODE" val="n1-1"/>
  <p:tag name="KSO_WM_UNIT_INDEX" val="1_2_2_2"/>
  <p:tag name="KSO_WM_UNIT_ID" val="diagram20231451_1*n_h_h_i*1_2_2_2"/>
  <p:tag name="KSO_WM_UNIT_LINE_FORE_SCHEMECOLOR_INDEX" val="5"/>
  <p:tag name="KSO_WM_UNIT_USESOURCEFORMAT_APPLY" val="0"/>
</p:tagLst>
</file>

<file path=ppt/tags/tag3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TEMPLATE_CATEGORY" val="diagram"/>
  <p:tag name="KSO_WM_TEMPLATE_INDEX" val="20231451"/>
  <p:tag name="KSO_WM_UNIT_LAYERLEVEL" val="1_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2"/>
  <p:tag name="KSO_WM_DIAGRAM_VIRTUALLY_FRAME" val="{&quot;height&quot;:408.7250393700788,&quot;left&quot;:95.7,&quot;top&quot;:92.9,&quot;width&quot;:84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GROUP_CODE" val="n1-1"/>
  <p:tag name="KSO_WM_UNIT_ID" val="diagram20231451_1*n_h_h_a*1_2_2_1"/>
  <p:tag name="KSO_WM_UNIT_PRESET_TEXT" val="此处添加项标题"/>
  <p:tag name="KSO_WM_UNIT_TEXT_FILL_FORE_SCHEMECOLOR_INDEX" val="1"/>
  <p:tag name="KSO_WM_UNIT_TEXT_FILL_TYPE" val="1"/>
  <p:tag name="KSO_WM_UNIT_USESOURCEFORMAT_APPLY" val="0"/>
</p:tagLst>
</file>

<file path=ppt/tags/tag364.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custom"/>
  <p:tag name="KSO_WM_TEMPLATE_INDEX" val="20238580"/>
  <p:tag name="KSO_WM_SLIDE_TYPE" val="text"/>
  <p:tag name="KSO_WM_SLIDE_SUBTYPE" val="diag"/>
  <p:tag name="KSO_WM_SLIDE_LAYOUT" val="a_n"/>
  <p:tag name="KSO_WM_SLIDE_LAYOUT_CNT" val="1_1"/>
  <p:tag name="KSO_WM_SPECIAL_SOURCE" val="bdnull"/>
  <p:tag name="KSO_WM_SLIDE_DIAGTYPE" val="n"/>
  <p:tag name="KSO_WM_SLIDE_ID" val="diagram20231451_1"/>
  <p:tag name="KSO_WM_SLIDE_ITEM_CNT" val="2"/>
  <p:tag name="KSO_WM_SLIDE_INDEX" val="1"/>
  <p:tag name="KSO_WM_SLIDE_SIZE" val="708.3*353.014"/>
  <p:tag name="KSO_WM_SLIDE_POSITION" val="125.6*148.611"/>
  <p:tag name="KSO_WM_DIAGRAM_GROUP_CODE" val="n1-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87_1*a*1"/>
  <p:tag name="KSO_WM_TEMPLATE_CATEGORY" val="custom"/>
  <p:tag name="KSO_WM_TEMPLATE_INDEX" val="20235287"/>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29"/>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i*1_1"/>
  <p:tag name="KSO_WM_TEMPLATE_CATEGORY" val="diagram"/>
  <p:tag name="KSO_WM_TEMPLATE_INDEX" val="20235224"/>
  <p:tag name="KSO_WM_UNIT_LAYERLEVEL" val="1_1"/>
  <p:tag name="KSO_WM_TAG_VERSION" val="3.0"/>
  <p:tag name="KSO_WM_BEAUTIFY_FLAG" val="#wm#"/>
  <p:tag name="KSO_WM_UNIT_TYPE" val="l_i"/>
  <p:tag name="KSO_WM_UNIT_INDEX" val="1_1"/>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gradient&quot;:[{&quot;brightness&quot;:0,&quot;colorType&quot;:1,&quot;foreColorIndex&quot;:5,&quot;pos&quot;:0.07999999821186066,&quot;transparency&quot;:0.33000001311302185},{&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i*1_2"/>
  <p:tag name="KSO_WM_TEMPLATE_CATEGORY" val="diagram"/>
  <p:tag name="KSO_WM_TEMPLATE_INDEX" val="20235224"/>
  <p:tag name="KSO_WM_UNIT_LAYERLEVEL" val="1_1"/>
  <p:tag name="KSO_WM_TAG_VERSION" val="3.0"/>
  <p:tag name="KSO_WM_BEAUTIFY_FLAG" val="#wm#"/>
  <p:tag name="KSO_WM_UNIT_TYPE" val="l_i"/>
  <p:tag name="KSO_WM_UNIT_INDEX" val="1_2"/>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gradient&quot;:[{&quot;brightness&quot;:0.4000000059604645,&quot;colorType&quot;:1,&quot;foreColorIndex&quot;:5,&quot;pos&quot;:0.07999999821186066,&quot;transparency&quot;:0.44999998807907104},{&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i*1_3"/>
  <p:tag name="KSO_WM_TEMPLATE_CATEGORY" val="diagram"/>
  <p:tag name="KSO_WM_TEMPLATE_INDEX" val="20235224"/>
  <p:tag name="KSO_WM_UNIT_LAYERLEVEL" val="1_1"/>
  <p:tag name="KSO_WM_TAG_VERSION" val="3.0"/>
  <p:tag name="KSO_WM_BEAUTIFY_FLAG" val="#wm#"/>
  <p:tag name="KSO_WM_UNIT_TYPE" val="l_i"/>
  <p:tag name="KSO_WM_UNIT_INDEX" val="1_3"/>
  <p:tag name="KSO_WM_DIAGRAM_VERSION" val="3"/>
  <p:tag name="KSO_WM_DIAGRAM_COLOR_TRICK" val="1"/>
  <p:tag name="KSO_WM_DIAGRAM_COLOR_TEXT_CAN_REMOVE" val="n"/>
  <p:tag name="KSO_WM_DIAGRAM_GROUP_CODE" val="l1-1"/>
  <p:tag name="KSO_WM_UNIT_FILL_TYPE" val="3"/>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gradient&quot;:[{&quot;brightness&quot;:0.800000011920929,&quot;colorType&quot;:1,&quot;foreColorIndex&quot;:5,&quot;pos&quot;:0,&quot;transparency&quot;:0.949999988079071},{&quot;brightness&quot;:0,&quot;colorType&quot;:1,&quot;foreColorIndex&quot;:5,&quot;pos&quot;:1,&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6_2"/>
  <p:tag name="KSO_WM_TEMPLATE_CATEGORY" val="diagram"/>
  <p:tag name="KSO_WM_TEMPLATE_INDEX" val="20235224"/>
  <p:tag name="KSO_WM_UNIT_LAYERLEVEL" val="1_1_1"/>
  <p:tag name="KSO_WM_TAG_VERSION" val="3.0"/>
  <p:tag name="KSO_WM_BEAUTIFY_FLAG" val="#wm#"/>
  <p:tag name="KSO_WM_UNIT_TYPE" val="l_h_i"/>
  <p:tag name="KSO_WM_UNIT_INDEX" val="1_6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1_2"/>
  <p:tag name="KSO_WM_TEMPLATE_CATEGORY" val="diagram"/>
  <p:tag name="KSO_WM_TEMPLATE_INDEX" val="20235224"/>
  <p:tag name="KSO_WM_UNIT_LAYERLEVEL" val="1_1_1"/>
  <p:tag name="KSO_WM_TAG_VERSION" val="3.0"/>
  <p:tag name="KSO_WM_BEAUTIFY_FLAG" val="#wm#"/>
  <p:tag name="KSO_WM_UNIT_TYPE" val="l_h_i"/>
  <p:tag name="KSO_WM_UNIT_INDEX" val="1_1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3_2"/>
  <p:tag name="KSO_WM_TEMPLATE_CATEGORY" val="diagram"/>
  <p:tag name="KSO_WM_TEMPLATE_INDEX" val="20235224"/>
  <p:tag name="KSO_WM_UNIT_LAYERLEVEL" val="1_1_1"/>
  <p:tag name="KSO_WM_TAG_VERSION" val="3.0"/>
  <p:tag name="KSO_WM_BEAUTIFY_FLAG" val="#wm#"/>
  <p:tag name="KSO_WM_UNIT_TYPE" val="l_h_i"/>
  <p:tag name="KSO_WM_UNIT_INDEX" val="1_3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5_2"/>
  <p:tag name="KSO_WM_TEMPLATE_CATEGORY" val="diagram"/>
  <p:tag name="KSO_WM_TEMPLATE_INDEX" val="20235224"/>
  <p:tag name="KSO_WM_UNIT_LAYERLEVEL" val="1_1_1"/>
  <p:tag name="KSO_WM_TAG_VERSION" val="3.0"/>
  <p:tag name="KSO_WM_BEAUTIFY_FLAG" val="#wm#"/>
  <p:tag name="KSO_WM_UNIT_TYPE" val="l_h_i"/>
  <p:tag name="KSO_WM_UNIT_INDEX" val="1_5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1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1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0"/>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3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3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0"/>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5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5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0"/>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2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2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0"/>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4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4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0"/>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6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6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0"/>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4_2"/>
  <p:tag name="KSO_WM_TEMPLATE_CATEGORY" val="diagram"/>
  <p:tag name="KSO_WM_TEMPLATE_INDEX" val="20235224"/>
  <p:tag name="KSO_WM_UNIT_LAYERLEVEL" val="1_1_1"/>
  <p:tag name="KSO_WM_TAG_VERSION" val="3.0"/>
  <p:tag name="KSO_WM_BEAUTIFY_FLAG" val="#wm#"/>
  <p:tag name="KSO_WM_UNIT_TYPE" val="l_h_i"/>
  <p:tag name="KSO_WM_UNIT_INDEX" val="1_4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2_2"/>
  <p:tag name="KSO_WM_TEMPLATE_CATEGORY" val="diagram"/>
  <p:tag name="KSO_WM_TEMPLATE_INDEX" val="20235224"/>
  <p:tag name="KSO_WM_UNIT_LAYERLEVEL" val="1_1_1"/>
  <p:tag name="KSO_WM_TAG_VERSION" val="3.0"/>
  <p:tag name="KSO_WM_BEAUTIFY_FLAG" val="#wm#"/>
  <p:tag name="KSO_WM_UNIT_TYPE" val="l_h_i"/>
  <p:tag name="KSO_WM_UNIT_INDEX" val="1_2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7_1"/>
  <p:tag name="KSO_WM_TEMPLATE_CATEGORY" val="diagram"/>
  <p:tag name="KSO_WM_TEMPLATE_INDEX" val="20235224"/>
  <p:tag name="KSO_WM_UNIT_LAYERLEVEL" val="1_1_1"/>
  <p:tag name="KSO_WM_TAG_VERSION" val="3.0"/>
  <p:tag name="KSO_WM_UNIT_SUBTYPE" val="d"/>
  <p:tag name="KSO_WM_UNIT_TEXT_LAYER_COUNT" val="1"/>
  <p:tag name="KSO_WM_UNIT_NOCLEAR" val="0"/>
  <p:tag name="KSO_WM_UNIT_TYPE" val="l_h_i"/>
  <p:tag name="KSO_WM_UNIT_INDEX" val="1_7_1"/>
  <p:tag name="KSO_WM_DIAGRAM_VERSION" val="3"/>
  <p:tag name="KSO_WM_DIAGRAM_COLOR_TRICK" val="1"/>
  <p:tag name="KSO_WM_DIAGRAM_COLOR_TEXT_CAN_REMOVE" val="n"/>
  <p:tag name="KSO_WM_UNIT_TEXT_TYPE" val="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TEXT_FILL_FORE_SCHEMECOLOR_INDEX" val="3"/>
  <p:tag name="KSO_WM_UNIT_TEXT_FILL_TYPE" val="3"/>
  <p:tag name="KSO_WM_UNIT_USESOURCEFORMAT_APPLY" val="0"/>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24_2*l_h_i*1_7_2"/>
  <p:tag name="KSO_WM_TEMPLATE_CATEGORY" val="diagram"/>
  <p:tag name="KSO_WM_TEMPLATE_INDEX" val="20235224"/>
  <p:tag name="KSO_WM_UNIT_LAYERLEVEL" val="1_1_1"/>
  <p:tag name="KSO_WM_TAG_VERSION" val="3.0"/>
  <p:tag name="KSO_WM_BEAUTIFY_FLAG" val="#wm#"/>
  <p:tag name="KSO_WM_UNIT_TYPE" val="l_h_i"/>
  <p:tag name="KSO_WM_UNIT_INDEX" val="1_7_2"/>
  <p:tag name="KSO_WM_DIAGRAM_VERSION" val="3"/>
  <p:tag name="KSO_WM_DIAGRAM_COLOR_TRICK" val="1"/>
  <p:tag name="KSO_WM_DIAGRAM_COLOR_TEXT_CAN_REMOVE" val="n"/>
  <p:tag name="KSO_WM_DIAGRAM_GROUP_CODE" val="l1-1"/>
  <p:tag name="KSO_WM_DIAGRAM_MAX_ITEMCNT" val="10"/>
  <p:tag name="KSO_WM_DIAGRAM_MIN_ITEMCNT" val="6"/>
  <p:tag name="KSO_WM_DIAGRAM_VIRTUALLY_FRAME" val="{&quot;height&quot;:380.6000061035156,&quot;left&quot;:0,&quot;top&quot;:117.67503631832096,&quot;width&quot;:960}"/>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83.xml><?xml version="1.0" encoding="utf-8"?>
<p:tagLst xmlns:p="http://schemas.openxmlformats.org/presentationml/2006/main">
  <p:tag name="KSO_WM_BEAUTIFY_FLAG" val="#wm#"/>
  <p:tag name="KSO_WM_TEMPLATE_CATEGORY" val="custom"/>
  <p:tag name="KSO_WM_TEMPLATE_INDEX" val="20238580"/>
  <p:tag name="RESOURCE_RECORD_KEY" val="{&quot;10&quot;:[20090547],&quot;65&quot;:[3]}"/>
  <p:tag name="KSO_WM_SLIDE_ID" val="custom20235287_1"/>
  <p:tag name="KSO_WM_TEMPLATE_SUBCATEGORY" val="0"/>
  <p:tag name="KSO_WM_TEMPLATE_MASTER_TYPE" val="0"/>
  <p:tag name="KSO_WM_TEMPLATE_COLOR_TYPE" val="0"/>
  <p:tag name="KSO_WM_SLIDE_ITEM_CNT" val="7"/>
  <p:tag name="KSO_WM_SLIDE_INDEX" val="1"/>
  <p:tag name="KSO_WM_TAG_VERSION" val="3.0"/>
  <p:tag name="KSO_WM_SLIDE_LAYOUT" val="a_l"/>
  <p:tag name="KSO_WM_SLIDE_LAYOUT_CNT" val="1_1"/>
  <p:tag name="KSO_WM_SLIDE_TYPE" val="text"/>
  <p:tag name="KSO_WM_SLIDE_SUBTYPE" val="picTxt"/>
  <p:tag name="KSO_WM_SLIDE_SIZE" val="960*380.6"/>
  <p:tag name="KSO_WM_SLIDE_POSITION" val="0*117.675"/>
  <p:tag name="KSO_WM_DIAGRAM_GROUP_CODE" val="l1-1"/>
  <p:tag name="KSO_WM_SLIDE_DIAGTYPE" val="l"/>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TEMPLATE_CATEGORY" val="custom"/>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30"/>
  <p:tag name="KSO_WM_UNIT_TEXT_FILL_FORE_SCHEMECOLOR_INDEX" val="13"/>
  <p:tag name="KSO_WM_UNIT_TEXT_FILL_TYPE" val="1"/>
  <p:tag name="KSO_WM_UNIT_USESOURCEFORMAT_APPLY" val="0"/>
  <p:tag name="KSO_WM_TEMPLATE_INDEX" val="20231709"/>
  <p:tag name="KSO_WM_UNIT_ID" val="custom20231709_1*a*1"/>
  <p:tag name="KSO_WM_UNIT_TEXT_TYPE" val="1"/>
  <p:tag name="KSO_WM_UNIT_PRESET_TEXT" val="单击此处添加标题"/>
</p:tagLst>
</file>

<file path=ppt/tags/tag38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1709_1*i*4"/>
  <p:tag name="KSO_WM_TEMPLATE_CATEGORY" val="custom"/>
  <p:tag name="KSO_WM_TEMPLATE_INDEX" val="20231709"/>
  <p:tag name="KSO_WM_UNIT_LAYERLEVEL" val="1"/>
  <p:tag name="KSO_WM_TAG_VERSION" val="3.0"/>
  <p:tag name="KSO_WM_UNIT_TYPE" val="i"/>
  <p:tag name="KSO_WM_UNIT_INDEX" val="4"/>
  <p:tag name="KSO_WM_UNIT_FILL_FORE_SCHEMECOLOR_INDEX" val="5"/>
  <p:tag name="KSO_WM_UNIT_TEXT_FILL_FORE_SCHEMECOLOR_INDEX" val="2"/>
  <p:tag name="KSO_WM_UNIT_TEXT_FILL_TYPE" val="1"/>
  <p:tag name="KSO_WM_UNIT_USESOURCEFORMAT_APPLY" val="0"/>
</p:tagLst>
</file>

<file path=ppt/tags/tag38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89_2*l_h_f*1_1_1"/>
  <p:tag name="KSO_WM_TEMPLATE_CATEGORY" val="diagram"/>
  <p:tag name="KSO_WM_TEMPLATE_INDEX" val="20231689"/>
  <p:tag name="KSO_WM_UNIT_LAYERLEVEL" val="1_1_1"/>
  <p:tag name="KSO_WM_TAG_VERSION" val="3.0"/>
  <p:tag name="KSO_WM_BEAUTIFY_FLAG" val="#wm#"/>
  <p:tag name="KSO_WM_DIAGRAM_GROUP_CODE" val="l1-1"/>
  <p:tag name="KSO_WM_DIAGRAM_MAX_ITEMCNT" val="2"/>
  <p:tag name="KSO_WM_DIAGRAM_MIN_ITEMCNT" val="1"/>
  <p:tag name="KSO_WM_DIAGRAM_VIRTUALLY_FRAME" val="{&quot;height&quot;:365.65,&quot;left&quot;:389.59999694824216,&quot;top&quot;:108.2902362204724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 name="KSO_WM_UNIT_USESOURCEFORMAT_APPLY" val="0"/>
</p:tagLst>
</file>

<file path=ppt/tags/tag38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689_2*l_h_i*1_1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5,&quot;left&quot;:389.59999694824216,&quot;top&quot;:108.29023622047244,&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UNIT_TEXT_FILL_FORE_SCHEMECOLOR_INDEX" val="13"/>
  <p:tag name="KSO_WM_UNIT_TEXT_FILL_TYPE" val="1"/>
  <p:tag name="KSO_WM_UNIT_USESOURCEFORMAT_APPLY" val="0"/>
</p:tagLst>
</file>

<file path=ppt/tags/tag3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9_2*l_h_a*1_1_1"/>
  <p:tag name="KSO_WM_TEMPLATE_CATEGORY" val="diagram"/>
  <p:tag name="KSO_WM_TEMPLATE_INDEX" val="20231689"/>
  <p:tag name="KSO_WM_UNIT_LAYERLEVEL" val="1_1_1"/>
  <p:tag name="KSO_WM_TAG_VERSION" val="3.0"/>
  <p:tag name="KSO_WM_BEAUTIFY_FLAG" val="#wm#"/>
  <p:tag name="KSO_WM_UNIT_TEXT_FILL_FORE_SCHEMECOLOR_INDEX_BRIGHTNESS" val="0.15"/>
  <p:tag name="KSO_WM_DIAGRAM_GROUP_CODE" val="l1-1"/>
  <p:tag name="KSO_WM_DIAGRAM_MAX_ITEMCNT" val="2"/>
  <p:tag name="KSO_WM_DIAGRAM_MIN_ITEMCNT" val="1"/>
  <p:tag name="KSO_WM_DIAGRAM_VIRTUALLY_FRAME" val="{&quot;height&quot;:365.65,&quot;left&quot;:389.59999694824216,&quot;top&quot;:108.2902362204724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 name="KSO_WM_UNIT_USESOURCEFORMAT_APPLY" val="0"/>
</p:tagLst>
</file>

<file path=ppt/tags/tag3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89_2*l_h_f*1_2_1"/>
  <p:tag name="KSO_WM_TEMPLATE_CATEGORY" val="diagram"/>
  <p:tag name="KSO_WM_TEMPLATE_INDEX" val="20231689"/>
  <p:tag name="KSO_WM_UNIT_LAYERLEVEL" val="1_1_1"/>
  <p:tag name="KSO_WM_TAG_VERSION" val="3.0"/>
  <p:tag name="KSO_WM_BEAUTIFY_FLAG" val="#wm#"/>
  <p:tag name="KSO_WM_DIAGRAM_GROUP_CODE" val="l1-1"/>
  <p:tag name="KSO_WM_DIAGRAM_MAX_ITEMCNT" val="2"/>
  <p:tag name="KSO_WM_DIAGRAM_MIN_ITEMCNT" val="1"/>
  <p:tag name="KSO_WM_DIAGRAM_VIRTUALLY_FRAME" val="{&quot;height&quot;:365.65,&quot;left&quot;:389.59999694824216,&quot;top&quot;:108.2902362204724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 name="KSO_WM_UNIT_USESOURCEFORMAT_APPLY" val="0"/>
</p:tagLst>
</file>

<file path=ppt/tags/tag39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1"/>
  <p:tag name="KSO_WM_UNIT_ID" val="diagram20231689_2*l_h_i*1_2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5,&quot;left&quot;:389.59999694824216,&quot;top&quot;:108.29023622047244,&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UNIT_TEXT_FILL_FORE_SCHEMECOLOR_INDEX" val="13"/>
  <p:tag name="KSO_WM_UNIT_TEXT_FILL_TYPE" val="1"/>
  <p:tag name="KSO_WM_UNIT_USESOURCEFORMAT_APPLY" val="0"/>
</p:tagLst>
</file>

<file path=ppt/tags/tag391.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07.6*329.123"/>
  <p:tag name="KSO_WM_SLIDE_POSITION" val="389.6*144.817"/>
  <p:tag name="KSO_WM_SLIDE_LAYOUT" val="a_d_l"/>
  <p:tag name="KSO_WM_SLIDE_LAYOUT_CNT" val="1_1_1"/>
  <p:tag name="KSO_WM_SPECIAL_SOURCE" val="bdnull"/>
  <p:tag name="KSO_WM_DIAGRAM_GROUP_CODE" val="l1-1"/>
  <p:tag name="KSO_WM_SLIDE_DIAGTYPE" val="l"/>
  <p:tag name="KSO_WM_TEMPLATE_INDEX" val="20238580"/>
  <p:tag name="KSO_WM_TEMPLATE_SUBCATEGORY" val="0"/>
  <p:tag name="KSO_WM_SLIDE_INDEX" val="1"/>
  <p:tag name="KSO_WM_TAG_VERSION" val="3.0"/>
  <p:tag name="KSO_WM_SLIDE_ID" val="custom20231709_1"/>
  <p:tag name="KSO_WM_SLIDE_ITEM_CNT" val="2"/>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a*1"/>
  <p:tag name="KSO_WM_TEMPLATE_CATEGORY" val="diagram"/>
  <p:tag name="KSO_WM_TEMPLATE_INDEX" val="20235155"/>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DIAGRAM_GROUP_CODE" val="m1-1"/>
  <p:tag name="KSO_WM_UNIT_VALUE" val="29"/>
  <p:tag name="KSO_WM_UNIT_PRESET_TEXT" val="单击此处添加文档标题内容"/>
  <p:tag name="KSO_WM_UNIT_TEXT_FILL_FORE_SCHEMECOLOR_INDEX" val="13"/>
  <p:tag name="KSO_WM_UNIT_TEXT_FILL_TYPE" val="1"/>
  <p:tag name="KSO_WM_UNIT_USESOURCEFORMAT_APPLY" val="0"/>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f*1_1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1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54"/>
  <p:tag name="KSO_WM_DIAGRAM_GROUP_CODE" val="m1-1"/>
  <p:tag name="KSO_WM_DIAGRAM_VERSION" val="3"/>
  <p:tag name="KSO_WM_DIAGRAM_COLOR_TRICK" val="1"/>
  <p:tag name="KSO_WM_DIAGRAM_COLOR_TEXT_CAN_REMOVE" val="n"/>
  <p:tag name="KSO_WM_UNIT_PRESET_TEXT" val="单击此处添加文本具体内容，简明扼要地阐述您的观点。"/>
  <p:tag name="KSO_WM_UNIT_TEXT_FILL_FORE_SCHEMECOLOR_INDEX" val="1"/>
  <p:tag name="KSO_WM_UNIT_TEXT_FILL_TYPE" val="1"/>
  <p:tag name="KSO_WM_UNIT_USESOURCEFORMAT_APPLY" val="0"/>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1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1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0"/>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i*1_1"/>
  <p:tag name="KSO_WM_TEMPLATE_CATEGORY" val="diagram"/>
  <p:tag name="KSO_WM_TEMPLATE_INDEX" val="20235155"/>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UNIT_LINE_FORE_SCHEMECOLOR_INDEX" val="5"/>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0"/>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1_2"/>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1_2"/>
  <p:tag name="KSO_WM_DIAGRAM_VERSION" val="3"/>
  <p:tag name="KSO_WM_DIAGRAM_COLOR_TRICK" val="1"/>
  <p:tag name="KSO_WM_DIAGRAM_COLOR_TEXT_CAN_REMOVE" val="n"/>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1_3"/>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1_3"/>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f*1_2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2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54"/>
  <p:tag name="KSO_WM_DIAGRAM_GROUP_CODE" val="m1-1"/>
  <p:tag name="KSO_WM_DIAGRAM_VERSION" val="3"/>
  <p:tag name="KSO_WM_DIAGRAM_COLOR_TRICK" val="1"/>
  <p:tag name="KSO_WM_DIAGRAM_COLOR_TEXT_CAN_REMOVE" val="n"/>
  <p:tag name="KSO_WM_UNIT_PRESET_TEXT" val="单击此处添加文本具体内容，简明扼要地阐述您的观点。"/>
  <p:tag name="KSO_WM_UNIT_TEXT_FILL_FORE_SCHEMECOLOR_INDEX" val="1"/>
  <p:tag name="KSO_WM_UNIT_TEXT_FILL_TYPE" val="1"/>
  <p:tag name="KSO_WM_UNIT_USESOURCEFORMAT_APPLY" val="0"/>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2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2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0"/>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2_2"/>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2_2"/>
  <p:tag name="KSO_WM_DIAGRAM_VERSION" val="3"/>
  <p:tag name="KSO_WM_DIAGRAM_COLOR_TRICK" val="1"/>
  <p:tag name="KSO_WM_DIAGRAM_COLOR_TEXT_CAN_REMOVE" val="n"/>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2_3"/>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2_3"/>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f*1_3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3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54"/>
  <p:tag name="KSO_WM_DIAGRAM_GROUP_CODE" val="m1-1"/>
  <p:tag name="KSO_WM_DIAGRAM_VERSION" val="3"/>
  <p:tag name="KSO_WM_DIAGRAM_COLOR_TRICK" val="1"/>
  <p:tag name="KSO_WM_DIAGRAM_COLOR_TEXT_CAN_REMOVE" val="n"/>
  <p:tag name="KSO_WM_UNIT_PRESET_TEXT" val="单击此处添加文本具体内容，简明扼要地阐述您的观点。"/>
  <p:tag name="KSO_WM_UNIT_TEXT_FILL_FORE_SCHEMECOLOR_INDEX" val="1"/>
  <p:tag name="KSO_WM_UNIT_TEXT_FILL_TYPE" val="1"/>
  <p:tag name="KSO_WM_UNIT_USESOURCEFORMAT_APPLY" val="0"/>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3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3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0"/>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3_2"/>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3_2"/>
  <p:tag name="KSO_WM_DIAGRAM_VERSION" val="3"/>
  <p:tag name="KSO_WM_DIAGRAM_COLOR_TRICK" val="1"/>
  <p:tag name="KSO_WM_DIAGRAM_COLOR_TEXT_CAN_REMOVE" val="n"/>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3_3"/>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3_3"/>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f*1_4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4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VALUE" val="54"/>
  <p:tag name="KSO_WM_UNIT_PRESET_TEXT" val="单击此处添加文本具体内容，简明扼要地阐述您的观点。"/>
  <p:tag name="KSO_WM_UNIT_TEXT_FILL_FORE_SCHEMECOLOR_INDEX" val="1"/>
  <p:tag name="KSO_WM_UNIT_TEXT_FILL_TYPE" val="1"/>
  <p:tag name="KSO_WM_UNIT_USESOURCEFORMAT_APPLY" val="0"/>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4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4_1"/>
  <p:tag name="KSO_WM_UNIT_TEXT_TYPE" val="1"/>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0"/>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4_2"/>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4_2"/>
  <p:tag name="KSO_WM_DIAGRAM_VERSION" val="3"/>
  <p:tag name="KSO_WM_DIAGRAM_COLOR_TRICK" val="1"/>
  <p:tag name="KSO_WM_DIAGRAM_COLOR_TEXT_CAN_REMOVE" val="n"/>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2*m_h_i*1_4_3"/>
  <p:tag name="KSO_WM_TEMPLATE_CATEGORY" val="diagram"/>
  <p:tag name="KSO_WM_TEMPLATE_INDEX" val="20235155"/>
  <p:tag name="KSO_WM_UNIT_LAYERLEVEL" val="1_1_1"/>
  <p:tag name="KSO_WM_TAG_VERSION" val="3.0"/>
  <p:tag name="KSO_WM_BEAUTIFY_FLAG" val="#wm#"/>
  <p:tag name="KSO_WM_DIAGRAM_GROUP_CODE" val="m1-1"/>
  <p:tag name="KSO_WM_UNIT_TYPE" val="m_h_i"/>
  <p:tag name="KSO_WM_UNIT_INDEX" val="1_4_3"/>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45001220703125,&quot;left&quot;:54.31203503706329,&quot;top&quot;:113.74999389648437,&quot;width&quot;:851.4000244140625}"/>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410.xml><?xml version="1.0" encoding="utf-8"?>
<p:tagLst xmlns:p="http://schemas.openxmlformats.org/presentationml/2006/main">
  <p:tag name="KSO_WM_SLIDE_ID" val="diagram2023515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8580"/>
  <p:tag name="KSO_WM_SLIDE_TYPE" val="text"/>
  <p:tag name="KSO_WM_SLIDE_SUBTYPE" val="diag"/>
  <p:tag name="KSO_WM_SLIDE_SIZE" val="851.4*380.45"/>
  <p:tag name="KSO_WM_SLIDE_POSITION" val="54.312*113.75"/>
  <p:tag name="KSO_WM_SLIDE_LAYOUT" val="a_m"/>
  <p:tag name="KSO_WM_SLIDE_LAYOUT_CNT" val="1_1"/>
  <p:tag name="KSO_WM_SPECIAL_SOURCE" val="bdnull"/>
  <p:tag name="KSO_WM_DIAGRAM_GROUP_CODE" val="m1-1"/>
  <p:tag name="KSO_WM_SLIDE_DIAGTYPE" val="m"/>
</p:tagLst>
</file>

<file path=ppt/tags/tag41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869_1*a*1"/>
  <p:tag name="KSO_WM_TEMPLATE_CATEGORY" val="diagram"/>
  <p:tag name="KSO_WM_TEMPLATE_INDEX" val="20231869"/>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12.xml><?xml version="1.0" encoding="utf-8"?>
<p:tagLst xmlns:p="http://schemas.openxmlformats.org/presentationml/2006/main">
  <p:tag name="KSO_WM_DIAGRAM_COLOR_TRICK" val="1"/>
  <p:tag name="KSO_WM_UNIT_HIGHLIGHT" val="0"/>
  <p:tag name="KSO_WM_UNIT_DIAGRAM_ISNUMVISUAL" val="0"/>
  <p:tag name="KSO_WM_DIAGRAM_GROUP_CODE" val="l1-1"/>
  <p:tag name="KSO_WM_UNIT_INDEX" val="1_1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869_1*l_h_f*1_1_1"/>
  <p:tag name="KSO_WM_TEMPLATE_INDEX" val="20231869"/>
  <p:tag name="KSO_WM_TAG_VERSION" val="3.0"/>
  <p:tag name="KSO_WM_DIAGRAM_VERSION" val="3"/>
  <p:tag name="KSO_WM_DIAGRAM_COLOR_TEXT_CAN_REMOVE" val="n"/>
  <p:tag name="KSO_WM_DIAGRAM_MAX_ITEMCNT" val="3"/>
  <p:tag name="KSO_WM_DIAGRAM_VIRTUALLY_FRAME" val="{&quot;height&quot;:375.5120544433594,&quot;left&quot;:54.63873653381834,&quot;top&quot;:100.35420899879273,&quot;width&quot;:850.3612670898438}"/>
  <p:tag name="KSO_WM_DIAGRAM_COLOR_MATCH_VALUE" val="{&quot;shape&quot;:{&quot;fill&quot;:{&quot;solid&quot;:{&quot;brightness&quot;:0,&quot;colorType&quot;:2,&quot;rgb&quot;:&quot;#ebeeee&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单击此处添加文本具体内容，简明扼要地阐述您的观点。"/>
  <p:tag name="KSO_WM_UNIT_TEXT_FILL_FORE_SCHEMECOLOR_INDEX" val="1"/>
  <p:tag name="KSO_WM_UNIT_TEXT_FILL_TYPE" val="1"/>
  <p:tag name="KSO_WM_UNIT_USESOURCEFORMAT_APPLY" val="0"/>
</p:tagLst>
</file>

<file path=ppt/tags/tag413.xml><?xml version="1.0" encoding="utf-8"?>
<p:tagLst xmlns:p="http://schemas.openxmlformats.org/presentationml/2006/main">
  <p:tag name="KSO_WM_DIAGRAM_COLOR_TRICK" val="1"/>
  <p:tag name="KSO_WM_UNIT_HIGHLIGHT" val="0"/>
  <p:tag name="KSO_WM_UNIT_DIAGRAM_ISNUMVISUAL" val="0"/>
  <p:tag name="KSO_WM_DIAGRAM_GROUP_CODE" val="l1-1"/>
  <p:tag name="KSO_WM_UNIT_INDEX" val="1_2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869_1*l_h_f*1_2_1"/>
  <p:tag name="KSO_WM_TEMPLATE_INDEX" val="20231869"/>
  <p:tag name="KSO_WM_TAG_VERSION" val="3.0"/>
  <p:tag name="KSO_WM_DIAGRAM_VERSION" val="3"/>
  <p:tag name="KSO_WM_DIAGRAM_COLOR_TEXT_CAN_REMOVE" val="n"/>
  <p:tag name="KSO_WM_DIAGRAM_MAX_ITEMCNT" val="3"/>
  <p:tag name="KSO_WM_DIAGRAM_VIRTUALLY_FRAME" val="{&quot;height&quot;:375.5120544433594,&quot;left&quot;:54.63873653381834,&quot;top&quot;:100.35420899879273,&quot;width&quot;:850.361267089843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单击此处添加文本具体内容，简明扼要地阐述您的观点。"/>
  <p:tag name="KSO_WM_UNIT_FILL_TYPE" val="1"/>
  <p:tag name="KSO_WM_UNIT_FILL_FORE_SCHEMECOLOR_INDEX" val="5"/>
  <p:tag name="KSO_WM_UNIT_FILL_FORE_SCHEMECOLOR_INDEX_BRIGHTNESS" val="0"/>
  <p:tag name="KSO_WM_UNIT_USESOURCEFORMAT_APPLY" val="0"/>
</p:tagLst>
</file>

<file path=ppt/tags/tag414.xml><?xml version="1.0" encoding="utf-8"?>
<p:tagLst xmlns:p="http://schemas.openxmlformats.org/presentationml/2006/main">
  <p:tag name="KSO_WM_SLIDE_ID" val="diagram20231869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8580"/>
  <p:tag name="KSO_WM_SLIDE_TYPE" val="text"/>
  <p:tag name="KSO_WM_SLIDE_SUBTYPE" val="diag"/>
  <p:tag name="KSO_WM_SLIDE_SIZE" val="850.361*322.733"/>
  <p:tag name="KSO_WM_SLIDE_POSITION" val="54.6387*126.744"/>
  <p:tag name="KSO_WM_SLIDE_LAYOUT" val="a_l"/>
  <p:tag name="KSO_WM_SLIDE_LAYOUT_CNT" val="1_1"/>
  <p:tag name="KSO_WM_SPECIAL_SOURCE" val="bdnull"/>
  <p:tag name="KSO_WM_DIAGRAM_GROUP_CODE" val="l1-1"/>
  <p:tag name="KSO_WM_SLIDE_DIAGTYPE" val="l"/>
</p:tagLst>
</file>

<file path=ppt/tags/tag415.xml><?xml version="1.0" encoding="utf-8"?>
<p:tagLst xmlns:p="http://schemas.openxmlformats.org/presentationml/2006/main">
  <p:tag name="KSO_WM_BEAUTIFY_FLAG" val="#wm#"/>
  <p:tag name="KSO_WM_TEMPLATE_CATEGORY" val="custom"/>
  <p:tag name="KSO_WM_TEMPLATE_INDEX" val="20238580"/>
</p:tagLst>
</file>

<file path=ppt/tags/tag41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3*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1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88.79998779296875,&quot;left&quot;:48.25,&quot;top&quot;:113.55000610351563,&quot;width&quot;:856.325006103515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0"/>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779296875,&quot;left&quot;:48.25,&quot;top&quot;:113.55000610351563,&quot;width&quot;:856.325006103515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41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88.79998779296875,&quot;left&quot;:48.25,&quot;top&quot;:113.55000610351563,&quot;width&quot;:856.325006103515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0"/>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779296875,&quot;left&quot;:48.25,&quot;top&quot;:113.55000610351563,&quot;width&quot;:856.325006103515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42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88.79998779296875,&quot;left&quot;:48.25,&quot;top&quot;:113.55000610351563,&quot;width&quot;:856.325006103515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0"/>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779296875,&quot;left&quot;:48.25,&quot;top&quot;:113.55000610351563,&quot;width&quot;:856.325006103515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423.xml><?xml version="1.0" encoding="utf-8"?>
<p:tagLst xmlns:p="http://schemas.openxmlformats.org/presentationml/2006/main">
  <p:tag name="KSO_WM_SLIDE_ID" val="diagram2023514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8580"/>
  <p:tag name="KSO_WM_SLIDE_TYPE" val="text"/>
  <p:tag name="KSO_WM_SLIDE_SUBTYPE" val="diag"/>
  <p:tag name="KSO_WM_SLIDE_SIZE" val="849*388.5"/>
  <p:tag name="KSO_WM_SLIDE_POSITION" val="54.85*113.7"/>
  <p:tag name="KSO_WM_SLIDE_LAYOUT" val="a_l"/>
  <p:tag name="KSO_WM_SLIDE_LAYOUT_CNT" val="1_1"/>
  <p:tag name="KSO_WM_SPECIAL_SOURCE" val="bdnull"/>
  <p:tag name="KSO_WM_DIAGRAM_GROUP_CODE" val="l1-1"/>
  <p:tag name="KSO_WM_SLIDE_DIAGTYPE" val="l"/>
</p:tagLst>
</file>

<file path=ppt/tags/tag42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849_1*a*1"/>
  <p:tag name="KSO_WM_TEMPLATE_CATEGORY" val="custom"/>
  <p:tag name="KSO_WM_TEMPLATE_INDEX" val="20234849"/>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25.xml><?xml version="1.0" encoding="utf-8"?>
<p:tagLst xmlns:p="http://schemas.openxmlformats.org/presentationml/2006/main">
  <p:tag name="KSO_WM_SLIDE_ID" val="custom20234849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8580"/>
  <p:tag name="KSO_WM_SLIDE_TYPE" val="text"/>
  <p:tag name="KSO_WM_SLIDE_SUBTYPE" val="picTxt"/>
  <p:tag name="KSO_WM_SLIDE_SIZE" val="850.45*174.249"/>
  <p:tag name="KSO_WM_SLIDE_POSITION" val="54.75*311.955"/>
  <p:tag name="KSO_WM_SLIDE_LAYOUT" val="a_d_l"/>
  <p:tag name="KSO_WM_SLIDE_LAYOUT_CNT" val="1_1_1"/>
  <p:tag name="KSO_WM_SPECIAL_SOURCE" val="bdnull"/>
  <p:tag name="KSO_WM_DIAGRAM_GROUP_CODE" val="l1-1"/>
  <p:tag name="KSO_WM_SLIDE_DIAGTYPE" val="l"/>
</p:tagLst>
</file>

<file path=ppt/tags/tag42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3*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2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0"/>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42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0"/>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43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0"/>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433.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0"/>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779296875,&quot;left&quot;:54.124993896484376,&quot;top&quot;:113.55000610351563,&quot;width&quot;:850.4500122070312}"/>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435.xml><?xml version="1.0" encoding="utf-8"?>
<p:tagLst xmlns:p="http://schemas.openxmlformats.org/presentationml/2006/main">
  <p:tag name="KSO_WM_SLIDE_ID" val="diagram2023514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8580"/>
  <p:tag name="KSO_WM_SLIDE_TYPE" val="text"/>
  <p:tag name="KSO_WM_SLIDE_SUBTYPE" val="diag"/>
  <p:tag name="KSO_WM_SLIDE_SIZE" val="849*388.5"/>
  <p:tag name="KSO_WM_SLIDE_POSITION" val="54.85*113.7"/>
  <p:tag name="KSO_WM_SLIDE_LAYOUT" val="a_l"/>
  <p:tag name="KSO_WM_SLIDE_LAYOUT_CNT" val="1_1"/>
  <p:tag name="KSO_WM_SPECIAL_SOURCE" val="bdnull"/>
  <p:tag name="KSO_WM_DIAGRAM_GROUP_CODE" val="l1-1"/>
  <p:tag name="KSO_WM_SLIDE_DIAGTYPE" val="l"/>
</p:tagLst>
</file>

<file path=ppt/tags/tag4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31_3*a*1"/>
  <p:tag name="KSO_WM_TEMPLATE_CATEGORY" val="diagram"/>
  <p:tag name="KSO_WM_TEMPLATE_INDEX" val="20233131"/>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131_3*l_h_i*1_1_1"/>
  <p:tag name="KSO_WM_TEMPLATE_CATEGORY" val="diagram"/>
  <p:tag name="KSO_WM_TEMPLATE_INDEX" val="20233131"/>
  <p:tag name="KSO_WM_UNIT_LAYERLEVEL" val="1_1_1"/>
  <p:tag name="KSO_WM_TAG_VERSION" val="3.0"/>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DIAGRAM_USE_COLOR_VALUE" val="{&quot;color_scheme&quot;:1,&quot;color_type&quot;:1,&quot;theme_color_indexes&quot;:[5,6,5,6,5,6]}"/>
  <p:tag name="KSO_WM_BEAUTIFY_FLAG" val="#wm#"/>
  <p:tag name="KSO_WM_UNIT_TEXT_FILL_FORE_SCHEMECOLOR_INDEX" val="1"/>
  <p:tag name="KSO_WM_UNIT_TEXT_FILL_TYPE" val="1"/>
</p:tagLst>
</file>

<file path=ppt/tags/tag438.xml><?xml version="1.0" encoding="utf-8"?>
<p:tagLst xmlns:p="http://schemas.openxmlformats.org/presentationml/2006/main">
  <p:tag name="KSO_WM_UNIT_LINE_FORE_SCHEMECOLOR_INDEX_BRIGHTNESS" val="0"/>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131_3*l_h_i*1_1_2"/>
  <p:tag name="KSO_WM_TEMPLATE_CATEGORY" val="diagram"/>
  <p:tag name="KSO_WM_TEMPLATE_INDEX" val="2023313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DIAGRAM_USE_COLOR_VALUE" val="{&quot;color_scheme&quot;:1,&quot;color_type&quot;:1,&quot;theme_color_indexes&quot;:[5,6,5,6,5,6]}"/>
  <p:tag name="KSO_WM_BEAUTIFY_FLAG" val="#wm#"/>
  <p:tag name="KSO_WM_UNIT_LINE_FORE_SCHEMECOLOR_INDEX" val="5"/>
</p:tagLst>
</file>

<file path=ppt/tags/tag4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31_3*l_h_a*1_1_1"/>
  <p:tag name="KSO_WM_TEMPLATE_CATEGORY" val="diagram"/>
  <p:tag name="KSO_WM_TEMPLATE_INDEX" val="20233131"/>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BEAUTIFY_FLAG" val="#wm#"/>
  <p:tag name="KSO_WM_UNIT_PRESET_TEXT" val="添加项标题"/>
  <p:tag name="KSO_WM_UNIT_TEXT_FILL_FORE_SCHEMECOLOR_INDEX" val="1"/>
  <p:tag name="KSO_WM_UNIT_TEXT_FILL_TYPE" val="1"/>
</p:tagLst>
</file>

<file path=ppt/tags/tag4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31_3*l_h_f*1_1_1"/>
  <p:tag name="KSO_WM_TEMPLATE_CATEGORY" val="diagram"/>
  <p:tag name="KSO_WM_TEMPLATE_INDEX" val="20233131"/>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UNIT_TEXT_LAYER_COUNT" val="1"/>
  <p:tag name="KSO_WM_BEAUTIFY_FLAG" val="#wm#"/>
  <p:tag name="KSO_WM_UNIT_PRESET_TEXT" val="单击此处输入(你的)智能图形项正文，文字是您思想的提炼，请尽量言简意赅的阐述观点。单击此处输入正文，文字是您思想的提炼，请尽量言简意赅的阐述观点。"/>
  <p:tag name="KSO_WM_UNIT_TEXT_FILL_FORE_SCHEMECOLOR_INDEX" val="1"/>
  <p:tag name="KSO_WM_UNIT_TEXT_FILL_TYPE" val="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131_3*l_h_i*1_3_1"/>
  <p:tag name="KSO_WM_TEMPLATE_CATEGORY" val="diagram"/>
  <p:tag name="KSO_WM_TEMPLATE_INDEX" val="20233131"/>
  <p:tag name="KSO_WM_UNIT_LAYERLEVEL" val="1_1_1"/>
  <p:tag name="KSO_WM_TAG_VERSION" val="3.0"/>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DIAGRAM_USE_COLOR_VALUE" val="{&quot;color_scheme&quot;:1,&quot;color_type&quot;:1,&quot;theme_color_indexes&quot;:[5,6,5,6,5,6]}"/>
  <p:tag name="KSO_WM_BEAUTIFY_FLAG" val="#wm#"/>
  <p:tag name="KSO_WM_UNIT_TEXT_FILL_FORE_SCHEMECOLOR_INDEX" val="1"/>
  <p:tag name="KSO_WM_UNIT_TEXT_FILL_TYPE" val="1"/>
</p:tagLst>
</file>

<file path=ppt/tags/tag442.xml><?xml version="1.0" encoding="utf-8"?>
<p:tagLst xmlns:p="http://schemas.openxmlformats.org/presentationml/2006/main">
  <p:tag name="KSO_WM_UNIT_LINE_FORE_SCHEMECOLOR_INDEX_BRIGHTNESS" val="0"/>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3131_3*l_h_i*1_3_2"/>
  <p:tag name="KSO_WM_TEMPLATE_CATEGORY" val="diagram"/>
  <p:tag name="KSO_WM_TEMPLATE_INDEX" val="2023313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DIAGRAM_USE_COLOR_VALUE" val="{&quot;color_scheme&quot;:1,&quot;color_type&quot;:1,&quot;theme_color_indexes&quot;:[5,6,5,6,5,6]}"/>
  <p:tag name="KSO_WM_BEAUTIFY_FLAG" val="#wm#"/>
  <p:tag name="KSO_WM_UNIT_LINE_FORE_SCHEMECOLOR_INDEX" val="5"/>
</p:tagLst>
</file>

<file path=ppt/tags/tag4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31_3*l_h_a*1_3_1"/>
  <p:tag name="KSO_WM_TEMPLATE_CATEGORY" val="diagram"/>
  <p:tag name="KSO_WM_TEMPLATE_INDEX" val="20233131"/>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BEAUTIFY_FLAG" val="#wm#"/>
  <p:tag name="KSO_WM_UNIT_PRESET_TEXT" val="添加项标题"/>
  <p:tag name="KSO_WM_UNIT_TEXT_FILL_FORE_SCHEMECOLOR_INDEX" val="1"/>
  <p:tag name="KSO_WM_UNIT_TEXT_FILL_TYPE" val="1"/>
</p:tagLst>
</file>

<file path=ppt/tags/tag44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31_3*l_h_f*1_3_1"/>
  <p:tag name="KSO_WM_TEMPLATE_CATEGORY" val="diagram"/>
  <p:tag name="KSO_WM_TEMPLATE_INDEX" val="20233131"/>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UNIT_TEXT_LAYER_COUNT" val="1"/>
  <p:tag name="KSO_WM_UNIT_TEXT_FILL_TYPE" val="1"/>
  <p:tag name="KSO_WM_BEAUTIFY_FLAG" val="#wm#"/>
  <p:tag name="KSO_WM_UNIT_PRESET_TEXT" val="单击此处输入(你的)智能图形项正文，文字是您思想的提炼，请尽量言简意赅的阐述观点。单击此处输入(你的)智能图形项正文，文字是您思想的提炼，请尽量言简意赅的阐述观点。"/>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131_3*l_h_i*1_2_1"/>
  <p:tag name="KSO_WM_TEMPLATE_CATEGORY" val="diagram"/>
  <p:tag name="KSO_WM_TEMPLATE_INDEX" val="20233131"/>
  <p:tag name="KSO_WM_UNIT_LAYERLEVEL" val="1_1_1"/>
  <p:tag name="KSO_WM_TAG_VERSION" val="3.0"/>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DIAGRAM_USE_COLOR_VALUE" val="{&quot;color_scheme&quot;:1,&quot;color_type&quot;:1,&quot;theme_color_indexes&quot;:[5,6,5,6,5,6]}"/>
  <p:tag name="KSO_WM_BEAUTIFY_FLAG" val="#wm#"/>
  <p:tag name="KSO_WM_UNIT_TEXT_FILL_FORE_SCHEMECOLOR_INDEX" val="1"/>
  <p:tag name="KSO_WM_UNIT_TEXT_FILL_TYPE" val="1"/>
</p:tagLst>
</file>

<file path=ppt/tags/tag446.xml><?xml version="1.0" encoding="utf-8"?>
<p:tagLst xmlns:p="http://schemas.openxmlformats.org/presentationml/2006/main">
  <p:tag name="KSO_WM_UNIT_LINE_FORE_SCHEMECOLOR_INDEX_BRIGHTNESS" val="0"/>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131_3*l_h_i*1_2_2"/>
  <p:tag name="KSO_WM_TEMPLATE_CATEGORY" val="diagram"/>
  <p:tag name="KSO_WM_TEMPLATE_INDEX" val="2023313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DIAGRAM_USE_COLOR_VALUE" val="{&quot;color_scheme&quot;:1,&quot;color_type&quot;:1,&quot;theme_color_indexes&quot;:[5,6,5,6,5,6]}"/>
  <p:tag name="KSO_WM_BEAUTIFY_FLAG" val="#wm#"/>
  <p:tag name="KSO_WM_UNIT_LINE_FORE_SCHEMECOLOR_INDEX" val="5"/>
</p:tagLst>
</file>

<file path=ppt/tags/tag44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31_3*l_h_a*1_2_1"/>
  <p:tag name="KSO_WM_TEMPLATE_CATEGORY" val="diagram"/>
  <p:tag name="KSO_WM_TEMPLATE_INDEX" val="20233131"/>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BEAUTIFY_FLAG" val="#wm#"/>
  <p:tag name="KSO_WM_UNIT_PRESET_TEXT" val="添加项标题"/>
  <p:tag name="KSO_WM_UNIT_TEXT_FILL_FORE_SCHEMECOLOR_INDEX" val="1"/>
  <p:tag name="KSO_WM_UNIT_TEXT_FILL_TYPE" val="1"/>
</p:tagLst>
</file>

<file path=ppt/tags/tag4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31_3*l_h_f*1_2_1"/>
  <p:tag name="KSO_WM_TEMPLATE_CATEGORY" val="diagram"/>
  <p:tag name="KSO_WM_TEMPLATE_INDEX" val="20233131"/>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UNIT_TEXT_LAYER_COUNT" val="1"/>
  <p:tag name="KSO_WM_UNIT_TEXT_FILL_TYPE" val="1"/>
  <p:tag name="KSO_WM_BEAUTIFY_FLAG" val="#wm#"/>
  <p:tag name="KSO_WM_UNIT_PRESET_TEXT" val="单击此处输入(你的)智能图形项正文，文字是您思想的提炼，请尽量言简意赅的阐述观点。单击此处输入(你的)智能图形项正文，文字是您思想的提炼，请尽量言简意赅的阐述观点。单击此处输入"/>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3131_3*l_h_i*1_4_1"/>
  <p:tag name="KSO_WM_TEMPLATE_CATEGORY" val="diagram"/>
  <p:tag name="KSO_WM_TEMPLATE_INDEX" val="20233131"/>
  <p:tag name="KSO_WM_UNIT_LAYERLEVEL" val="1_1_1"/>
  <p:tag name="KSO_WM_TAG_VERSION" val="3.0"/>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DIAGRAM_USE_COLOR_VALUE" val="{&quot;color_scheme&quot;:1,&quot;color_type&quot;:1,&quot;theme_color_indexes&quot;:[5,6,5,6,5,6]}"/>
  <p:tag name="KSO_WM_BEAUTIFY_FLAG" val="#wm#"/>
  <p:tag name="KSO_WM_UNIT_TEXT_FILL_FORE_SCHEMECOLOR_INDEX" val="1"/>
  <p:tag name="KSO_WM_UNIT_TEXT_FILL_TYPE" val="1"/>
</p:tagLst>
</file>

<file path=ppt/tags/tag450.xml><?xml version="1.0" encoding="utf-8"?>
<p:tagLst xmlns:p="http://schemas.openxmlformats.org/presentationml/2006/main">
  <p:tag name="KSO_WM_UNIT_LINE_FORE_SCHEMECOLOR_INDEX_BRIGHTNESS" val="0"/>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3131_3*l_h_i*1_4_2"/>
  <p:tag name="KSO_WM_TEMPLATE_CATEGORY" val="diagram"/>
  <p:tag name="KSO_WM_TEMPLATE_INDEX" val="2023313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DIAGRAM_USE_COLOR_VALUE" val="{&quot;color_scheme&quot;:1,&quot;color_type&quot;:1,&quot;theme_color_indexes&quot;:[5,6,5,6,5,6]}"/>
  <p:tag name="KSO_WM_BEAUTIFY_FLAG" val="#wm#"/>
  <p:tag name="KSO_WM_UNIT_LINE_FORE_SCHEMECOLOR_INDEX" val="5"/>
</p:tagLst>
</file>

<file path=ppt/tags/tag45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131_3*l_h_a*1_4_1"/>
  <p:tag name="KSO_WM_TEMPLATE_CATEGORY" val="diagram"/>
  <p:tag name="KSO_WM_TEMPLATE_INDEX" val="20233131"/>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BEAUTIFY_FLAG" val="#wm#"/>
  <p:tag name="KSO_WM_UNIT_PRESET_TEXT" val="添加项标题"/>
  <p:tag name="KSO_WM_UNIT_TEXT_FILL_FORE_SCHEMECOLOR_INDEX" val="1"/>
  <p:tag name="KSO_WM_UNIT_TEXT_FILL_TYPE" val="1"/>
</p:tagLst>
</file>

<file path=ppt/tags/tag4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131_3*l_h_f*1_4_1"/>
  <p:tag name="KSO_WM_TEMPLATE_CATEGORY" val="diagram"/>
  <p:tag name="KSO_WM_TEMPLATE_INDEX" val="20233131"/>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70.56026795875368,&quot;top&quot;:117.99889458603748,&quot;width&quot;:818.8099365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colorType&quot;:0,&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0"/>
  <p:tag name="KSO_WM_DIAGRAM_USE_COLOR_VALUE" val="{&quot;color_scheme&quot;:1,&quot;color_type&quot;:1,&quot;theme_color_indexes&quot;:[5,6,5,6,5,6]}"/>
  <p:tag name="KSO_WM_UNIT_TEXT_LAYER_COUNT" val="1"/>
  <p:tag name="KSO_WM_UNIT_TEXT_FILL_TYPE" val="1"/>
  <p:tag name="KSO_WM_BEAUTIFY_FLAG" val="#wm#"/>
  <p:tag name="KSO_WM_UNIT_PRESET_TEXT" val="单击此处输入(你的)智能图形项正文，文字是您思想的提炼，请尽量言简意赅的阐述观点。单击此处输入正文，文字是您思想的提炼，请尽量言简意赅的阐述观点。单击此处输入&#10;"/>
</p:tagLst>
</file>

<file path=ppt/tags/tag453.xml><?xml version="1.0" encoding="utf-8"?>
<p:tagLst xmlns:p="http://schemas.openxmlformats.org/presentationml/2006/main">
  <p:tag name="KSO_WM_SLIDE_ITEM_CNT" val="4"/>
  <p:tag name="KSO_WM_SLIDE_ID" val="diagram20233131_3"/>
  <p:tag name="KSO_WM_TEMPLATE_SUBCATEGORY" val="0"/>
  <p:tag name="KSO_WM_TEMPLATE_MASTER_TYPE" val="0"/>
  <p:tag name="KSO_WM_TEMPLATE_COLOR_TYPE" val="0"/>
  <p:tag name="KSO_WM_SLIDE_INDEX" val="3"/>
  <p:tag name="KSO_WM_DIAGRAM_GROUP_CODE" val="l1-1"/>
  <p:tag name="KSO_WM_SLIDE_DIAGTYPE" val="l"/>
  <p:tag name="KSO_WM_TAG_VERSION" val="3.0"/>
  <p:tag name="KSO_WM_BEAUTIFY_FLAG" val="#wm#"/>
  <p:tag name="KSO_WM_TEMPLATE_CATEGORY" val="custom"/>
  <p:tag name="KSO_WM_TEMPLATE_INDEX" val="20238580"/>
  <p:tag name="KSO_WM_SLIDE_LAYOUT" val="a_l"/>
  <p:tag name="KSO_WM_SLIDE_LAYOUT_CNT" val="1_1"/>
  <p:tag name="KSO_WM_SLIDE_TYPE" val="text"/>
  <p:tag name="KSO_WM_SLIDE_SUBTYPE" val="diag"/>
  <p:tag name="KSO_WM_SLIDE_SIZE" val="817.246*360.175"/>
  <p:tag name="KSO_WM_SLIDE_POSITION" val="71.3424*127.461"/>
</p:tagLst>
</file>

<file path=ppt/tags/tag454.xml><?xml version="1.0" encoding="utf-8"?>
<p:tagLst xmlns:p="http://schemas.openxmlformats.org/presentationml/2006/main">
  <p:tag name="KSO_WM_UNIT_TYPE" val="a"/>
  <p:tag name="KSO_WM_UNIT_INDEX" val="1"/>
  <p:tag name="KSO_WM_BEAUTIFY_FLAG" val="#wm#"/>
  <p:tag name="KSO_WM_TAG_VERSION" val="3.0"/>
  <p:tag name="KSO_WM_UNIT_ID" val="custom20238580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Lst>
</file>

<file path=ppt/tags/tag455.xml><?xml version="1.0" encoding="utf-8"?>
<p:tagLst xmlns:p="http://schemas.openxmlformats.org/presentationml/2006/main">
  <p:tag name="KSO_WM_UNIT_TYPE" val="b"/>
  <p:tag name="KSO_WM_UNIT_INDEX" val="1"/>
  <p:tag name="KSO_WM_BEAUTIFY_FLAG" val="#wm#"/>
  <p:tag name="KSO_WM_TAG_VERSION" val="3.0"/>
  <p:tag name="KSO_WM_UNIT_ID" val="custom20238580_9*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9"/>
</p:tagLst>
</file>

<file path=ppt/tags/tag456.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580"/>
  <p:tag name="KSO_WM_TEMPLATE_CATEGORY" val="custom"/>
  <p:tag name="KSO_WM_SLIDE_INDEX" val="9"/>
  <p:tag name="KSO_WM_SLIDE_ID" val="custom20238580_9"/>
  <p:tag name="KSO_WM_TEMPLATE_MASTER_TYPE" val="0"/>
  <p:tag name="KSO_WM_SLIDE_LAYOUT" val="a_b_f"/>
  <p:tag name="KSO_WM_SLIDE_LAYOUT_CNT" val="1_1_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极简抽象圆线职场办公">
  <a:themeElements>
    <a:clrScheme name="yuanqqqqqqq">
      <a:dk1>
        <a:srgbClr val="000000"/>
      </a:dk1>
      <a:lt1>
        <a:srgbClr val="FFFFFF"/>
      </a:lt1>
      <a:dk2>
        <a:srgbClr val="332825"/>
      </a:dk2>
      <a:lt2>
        <a:srgbClr val="FEFCF7"/>
      </a:lt2>
      <a:accent1>
        <a:srgbClr val="8D624F"/>
      </a:accent1>
      <a:accent2>
        <a:srgbClr val="A65936"/>
      </a:accent2>
      <a:accent3>
        <a:srgbClr val="924A5F"/>
      </a:accent3>
      <a:accent4>
        <a:srgbClr val="964650"/>
      </a:accent4>
      <a:accent5>
        <a:srgbClr val="726D5A"/>
      </a:accent5>
      <a:accent6>
        <a:srgbClr val="988F6C"/>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3716</Words>
  <Application>WPS 文字</Application>
  <PresentationFormat>宽屏</PresentationFormat>
  <Paragraphs>305</Paragraphs>
  <Slides>23</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23</vt:i4>
      </vt:variant>
    </vt:vector>
  </HeadingPairs>
  <TitlesOfParts>
    <vt:vector size="41" baseType="lpstr">
      <vt:lpstr>Arial</vt:lpstr>
      <vt:lpstr>宋体</vt:lpstr>
      <vt:lpstr>Wingdings</vt:lpstr>
      <vt:lpstr>Wingdings</vt:lpstr>
      <vt:lpstr>微软雅黑</vt:lpstr>
      <vt:lpstr>方正雅意黑 GB18030L2</vt:lpstr>
      <vt:lpstr>微软雅黑</vt:lpstr>
      <vt:lpstr>宋体</vt:lpstr>
      <vt:lpstr>Arial Unicode MS</vt:lpstr>
      <vt:lpstr>Calibri</vt:lpstr>
      <vt:lpstr>Helvetica Neue</vt:lpstr>
      <vt:lpstr>汉仪书宋二KW</vt:lpstr>
      <vt:lpstr>Inter</vt:lpstr>
      <vt:lpstr>Inter</vt:lpstr>
      <vt:lpstr>苹方-简</vt:lpstr>
      <vt:lpstr>宋体-简</vt:lpstr>
      <vt:lpstr>WPS</vt:lpstr>
      <vt:lpstr>极简抽象圆线职场办公</vt:lpstr>
      <vt:lpstr>炭黑的工艺与分析</vt:lpstr>
      <vt:lpstr>目录</vt:lpstr>
      <vt:lpstr>什么是炭黑？</vt:lpstr>
      <vt:lpstr>炭黑的定义</vt:lpstr>
      <vt:lpstr>炭黑的分类</vt:lpstr>
      <vt:lpstr>炭黑如何生产</vt:lpstr>
      <vt:lpstr>炭黑的工艺流程</vt:lpstr>
      <vt:lpstr>炭黑生产的简易流程</vt:lpstr>
      <vt:lpstr>炭黑的指标</vt:lpstr>
      <vt:lpstr>炭黑的粒径与比表面积</vt:lpstr>
      <vt:lpstr>炭黑的粒径与比表面积</vt:lpstr>
      <vt:lpstr>炭黑的指标及意义</vt:lpstr>
      <vt:lpstr>炭黑的结构度</vt:lpstr>
      <vt:lpstr>炭黑的结构度</vt:lpstr>
      <vt:lpstr>炭黑的结构度</vt:lpstr>
      <vt:lpstr>炭黑的酸碱性</vt:lpstr>
      <vt:lpstr>炭黑的光学性质</vt:lpstr>
      <vt:lpstr>PowerPoint 演示文稿</vt:lpstr>
      <vt:lpstr>炭黑细粉含量</vt:lpstr>
      <vt:lpstr>筛余物含量</vt:lpstr>
      <vt:lpstr>粒子强度</vt:lpstr>
      <vt:lpstr>炭黑的其他影响物质</vt:lpstr>
      <vt:lpstr>感谢观看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王戈华</dc:creator>
  <cp:lastModifiedBy>氵love灬羊</cp:lastModifiedBy>
  <cp:revision>6</cp:revision>
  <dcterms:created xsi:type="dcterms:W3CDTF">2026-09-29T07:08:48Z</dcterms:created>
  <dcterms:modified xsi:type="dcterms:W3CDTF">2026-09-29T07:08:48Z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248013AC0F2757AB0064BB6AE1014199_43</vt:lpwstr>
  </property>
  <property fmtid="{D5CDD505-2E9C-101B-9397-08002B2CF9AE}" pid="3" name="KSOProductBuildVer">
    <vt:lpwstr>2052-12.1.28496.28496</vt:lpwstr>
  </property>
</Properties>
</file>